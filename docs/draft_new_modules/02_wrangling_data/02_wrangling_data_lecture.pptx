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2 —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same data, two file formats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group       n_s   wind  length_mm length_cm log_length
  &lt;chr&gt;       &lt;chr&gt; &lt;chr&gt;     &lt;dbl&gt;     &lt;dbl&gt;      &lt;dbl&gt;
1 cephalopods n     lee          25       2.5       3.22
2 crayfish    n     lee          25       2.5       3.22
3 cephalopods n     lee          23       2.3       3.14
4 salmon      n     lee          23       2.3       3.14
5 crayfish    n     lee          23       2.3       3.14
6 snail       n     lee          23       2.3       3.14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Finding and removing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write_csv()</a:t>
            </a:r>
            <a:r>
              <a:rPr b="1"/>
              <a:t> — the mirror image of </a:t>
            </a:r>
            <a:r>
              <a:rPr b="1">
                <a:latin typeface="Courier"/>
              </a:rPr>
              <a:t>read_csv()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 and one log transform,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Wrangling Your Data</dc:title>
  <dc:creator>Bill Perry</dc:creator>
  <cp:keywords/>
  <dc:description>Reading CSV and Excel files, the filter/select/mutate/arrange verbs, log and unit-conversion transforms, catching duplicate rows, and writing your cleaned data back out — all on the pine needle dataset.</dc:description>
  <dcterms:created xsi:type="dcterms:W3CDTF">2026-08-20T19:14:11Z</dcterms:created>
  <dcterms:modified xsi:type="dcterms:W3CDTF">2026-08-20T19:14:11Z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subtitle">
    <vt:lpwstr>Importing more than one way, reshaping columns, and saving what you make</vt:lpwstr>
  </property>
  <property fmtid="{D5CDD505-2E9C-101B-9397-08002B2CF9AE}" pid="13" name="toc-title">
    <vt:lpwstr>Table of contents</vt:lpwstr>
  </property>
  <property fmtid="{D5CDD505-2E9C-101B-9397-08002B2CF9AE}" pid="14" name="week">
    <vt:lpwstr>2</vt:lpwstr>
  </property>
</Properties>
</file>