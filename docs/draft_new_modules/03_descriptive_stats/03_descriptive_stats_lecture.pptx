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 3 —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2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lee and windward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codes lee (</a:t>
            </a:r>
            <a:r>
              <a:rPr sz="2000">
                <a:latin typeface="Courier"/>
              </a:rPr>
              <a:t>n</a:t>
            </a:r>
            <a:r>
              <a:rPr sz="2000"/>
              <a:t>) vs. windward (</a:t>
            </a:r>
            <a:r>
              <a:rPr sz="2000">
                <a:latin typeface="Courier"/>
              </a:rPr>
              <a:t>s</a:t>
            </a:r>
            <a:r>
              <a:rPr sz="2000"/>
              <a:t>); </a:t>
            </a:r>
            <a:r>
              <a:rPr sz="2000">
                <a:latin typeface="Courier"/>
              </a:rPr>
              <a:t>group</a:t>
            </a:r>
            <a:r>
              <a:rPr sz="2000"/>
              <a:t> is the field team name. Four teams, four trees, six needles per 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it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 Is that a fair summary? 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 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one side's values out as a vector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lee_lengths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lee_lengths</a:t>
            </a:r>
          </a:p>
          <a:p>
            <a:pPr lvl="0" indent="0">
              <a:buNone/>
            </a:pPr>
            <a:r>
              <a:rPr>
                <a:latin typeface="Courier"/>
              </a:rPr>
              <a:t> [1] 20 21 23 25 21 16 19 18 20 23 21 18 20 21 23 25 21 16 19 18 20 23 21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20.41667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. </a:t>
            </a:r>
            <a:r>
              <a:rPr sz="2000">
                <a:latin typeface="Courier"/>
              </a:rPr>
              <a:t>pull()</a:t>
            </a:r>
            <a:r>
              <a:rPr sz="2000"/>
              <a:t> extracts one column as a plain </a:t>
            </a:r>
            <a:r>
              <a:rPr sz="2000" b="1"/>
              <a:t>vector</a:t>
            </a:r>
            <a:r>
              <a:rPr sz="2000"/>
              <a:t>, not a data frame.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wind_lengths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 ·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 — hard to interpret directly. SD is why we usually report it instead.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5.992754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2.44801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3.644928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1.909169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 indent="0" marL="1270000">
              <a:buNone/>
            </a:pPr>
            <a:r>
              <a:rPr sz="2000"/>
              <a:t>For roughly normal data: ~68% of values fall within mean ± 1 SD, ~95% within mean ± 2 SD.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vector has 5 slots, but 2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length()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counts every slot — including NAs!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as n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wrong_n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0.931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length()</a:t>
            </a:r>
            <a:r>
              <a:rPr sz="2000"/>
              <a:t> happily returns 5 when only 3 values are real — a silent, common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n_lee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n_wind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(wind_lengths))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n_lee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n_wind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/>
              <a:t>📖 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se_lee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(n_lee)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(n_wind)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(se_lee,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(se_wind,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0.39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sqrt(length(x))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Lee side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Lee side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24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20.42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20.5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2.45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clean, labeled output</a:t>
            </a:r>
          </a:p>
          <a:p>
            <a:pPr lvl="0"/>
            <a:r>
              <a:rPr/>
              <a:t>Clear — but repetitive the moment you have more than one group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Copy-pasting this block for every group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n_s</a:t>
            </a:r>
            <a:r>
              <a:rPr sz="2000"/>
              <a:t> take?)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n_s       n mean_mm med_mm sd_mm se_mm
  &lt;chr&gt; &lt;int&gt;   &lt;dbl&gt;  &lt;dbl&gt; &lt;dbl&gt; &lt;dbl&gt;
1 n        24    20.4   20.5  2.45  0.5 
2 s        24    14.9   15    1.91  0.39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group_by(n_s)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/>
            <a:r>
              <a:rPr/>
              <a:t>A column you just created (</a:t>
            </a:r>
            <a:r>
              <a:rPr>
                <a:latin typeface="Courier"/>
              </a:rPr>
              <a:t>sd_mm</a:t>
            </a:r>
            <a:r>
              <a:rPr/>
              <a:t>) can feed the next one (</a:t>
            </a:r>
            <a:r>
              <a:rPr>
                <a:latin typeface="Courier"/>
              </a:rPr>
              <a:t>se_mm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R4DS §3.5 —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group       n_s       n mean_mm se_mm
  &lt;chr&gt;       &lt;chr&gt; &lt;int&gt;   &lt;dbl&gt; &lt;dbl&gt;
1 cephalopods n         6    21    1.24
2 cephalopods s         6    15    0.58
3 crayfish    n         6    21    1.24
4 crayfish    s         6    15    0.58
5 salmon      n         6    19.8  0.79
6 salmon      s         6    12.8  0.4 
7 snail       n         6    19.8  0.79
8 snail       s         6    16.8  0.6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group_by(group, n_s)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lee-vs-windward pattern, or do some disagree?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by hand, with real formulas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length()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n_s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group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4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 — Describing Your Data</dc:title>
  <dc:creator>Bill Perry</dc:creator>
  <cp:keywords/>
  <dc:description>Mean, median, variance, standard deviation, and standard error; the length() trap and the sum(!is.na()) fix; and getting tidy per-group summaries with group_by() + summarize() — all on the pine needle dataset.</dc:description>
  <dcterms:created xsi:type="dcterms:W3CDTF">2026-08-19T20:14:26Z</dcterms:created>
  <dcterms:modified xsi:type="dcterms:W3CDTF">2026-08-19T20:14:26Z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3</vt:lpwstr>
  </property>
  <property fmtid="{D5CDD505-2E9C-101B-9397-08002B2CF9AE}" pid="12" name="subtitle">
    <vt:lpwstr>Mean, spread, counting correctly, and group summaries</vt:lpwstr>
  </property>
  <property fmtid="{D5CDD505-2E9C-101B-9397-08002B2CF9AE}" pid="13" name="toc-title">
    <vt:lpwstr>Table of contents</vt:lpwstr>
  </property>
  <property fmtid="{D5CDD505-2E9C-101B-9397-08002B2CF9AE}" pid="14" name="week">
    <vt:lpwstr>3</vt:lpwstr>
  </property>
</Properties>
</file>