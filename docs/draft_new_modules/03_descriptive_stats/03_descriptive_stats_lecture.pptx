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3 —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20.42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20.5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2.45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/>
            <a:r>
              <a:rPr/>
              <a:t>Clear — but repetitive the moment you have more than one group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2026-08-21T15:06:20Z</dcterms:created>
  <dcterms:modified xsi:type="dcterms:W3CDTF">2026-08-21T15:06:20Z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subtitle">
    <vt:lpwstr>Mean, spread, counting correctly, and group summaries</vt:lpwstr>
  </property>
  <property fmtid="{D5CDD505-2E9C-101B-9397-08002B2CF9AE}" pid="13" name="toc-title">
    <vt:lpwstr>Table of contents</vt:lpwstr>
  </property>
  <property fmtid="{D5CDD505-2E9C-101B-9397-08002B2CF9AE}" pid="14" name="week">
    <vt:lpwstr>3</vt:lpwstr>
  </property>
</Properties>
</file>