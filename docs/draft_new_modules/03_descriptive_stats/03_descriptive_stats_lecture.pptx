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3 —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2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lee and windward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lee (</a:t>
            </a:r>
            <a:r>
              <a:rPr sz="2000">
                <a:latin typeface="Courier"/>
              </a:rPr>
              <a:t>n</a:t>
            </a:r>
            <a:r>
              <a:rPr sz="2000"/>
              <a:t>) vs. windward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 Four teams, four trees, six needles per 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it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 Is that a fair summary? 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 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lee_lengths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wind_lengths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 — hard to interpret directly. SD is why we usually report it instead.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 indent="0" marL="1270000">
              <a:buNone/>
            </a:pPr>
            <a:r>
              <a:rPr sz="2000"/>
              <a:t>For roughly normal data: ~68% of values fall within mean ± 1 SD, ~95% within mean ± 2 SD.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n_lee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n_wind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(wind_lengths))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n_lee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n_wind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se_lee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(n_lee)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(n_wind)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(se_lee,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(se_wind,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Lee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Lee side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20.42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20.5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2.45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/>
            <a:r>
              <a:rPr/>
              <a:t>Clear — but repetitive the moment you have more than one group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lee-vs-windward pattern, or do some disagree?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4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 — Describing Your Data</dc:title>
  <dc:creator>Bill Perry</dc:creator>
  <cp:keywords/>
  <dc:description>Mean, median, variance, standard deviation, and standard error; the length() trap and the sum(!is.na()) fix; and getting tidy per-group summaries with group_by() + summarize() — all on the pine needle dataset.</dc:description>
  <dcterms:created xsi:type="dcterms:W3CDTF">2026-08-20T14:34:37Z</dcterms:created>
  <dcterms:modified xsi:type="dcterms:W3CDTF">2026-08-20T14:34:37Z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subtitle">
    <vt:lpwstr>Mean, spread, counting correctly, and group summaries</vt:lpwstr>
  </property>
  <property fmtid="{D5CDD505-2E9C-101B-9397-08002B2CF9AE}" pid="13" name="toc-title">
    <vt:lpwstr>Table of contents</vt:lpwstr>
  </property>
  <property fmtid="{D5CDD505-2E9C-101B-9397-08002B2CF9AE}" pid="14" name="week">
    <vt:lpwstr>3</vt:lpwstr>
  </property>
</Properties>
</file>