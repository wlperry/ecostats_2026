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4 —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04_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04_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04_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04_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04_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2026-08-19T20:14:20Z</dcterms:created>
  <dcterms:modified xsi:type="dcterms:W3CDTF">2026-08-19T20:14:20Z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subtitle">
    <vt:lpwstr>Boxplots, group comparisons, and saving a publication-ready figure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