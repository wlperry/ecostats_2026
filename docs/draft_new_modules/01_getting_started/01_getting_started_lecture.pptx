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1 —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something science?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ways of reasoning toward that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625600"/>
            <a:ext cx="1879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76900" y="1625600"/>
            <a:ext cx="1943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7500" y="1193800"/>
            <a:ext cx="254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is the raw material — treat it that way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folder per project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the engine, Positron is the dashboard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as a calculator, and storing values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Names, comments, and functions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Vectors, data types, and scripts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 — extending what R can do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Bring the data in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 before you trust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first plot: </a:t>
            </a:r>
            <a:r>
              <a:rPr b="1">
                <a:latin typeface="Courier"/>
              </a:rPr>
              <a:t>ggplot</a:t>
            </a:r>
            <a:r>
              <a:rPr b="1"/>
              <a:t>, built in layers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1_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layer at a time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1_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your plot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2026-08-19T20:14:48Z</dcterms:created>
  <dcterms:modified xsi:type="dcterms:W3CDTF">2026-08-19T20:14:48Z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subtitle">
    <vt:lpwstr>Asking a question, meeting R, and making your first graph</vt:lpwstr>
  </property>
  <property fmtid="{D5CDD505-2E9C-101B-9397-08002B2CF9AE}" pid="13" name="toc-title">
    <vt:lpwstr>Table of contents</vt:lpwstr>
  </property>
  <property fmtid="{D5CDD505-2E9C-101B-9397-08002B2CF9AE}" pid="14" name="week">
    <vt:lpwstr>1</vt:lpwstr>
  </property>
</Properties>
</file>