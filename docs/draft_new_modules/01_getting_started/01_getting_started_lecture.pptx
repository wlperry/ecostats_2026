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Module 1 — 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makes something science?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36700" y="1625600"/>
            <a:ext cx="18796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76900" y="1625600"/>
            <a:ext cx="1943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7500" y="1193800"/>
            <a:ext cx="2540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is the raw material — treat it that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the engine, Positron is the dashboard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Enter. 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/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 with </a:t>
            </a:r>
            <a:r>
              <a:rPr>
                <a:latin typeface="Courier"/>
              </a:rPr>
              <a:t>?mean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console. </a:t>
            </a: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Bring the data 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01_getting_started_lecture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1_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0600" y="1625600"/>
            <a:ext cx="29591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2026-08-19T22:17:59Z</dcterms:created>
  <dcterms:modified xsi:type="dcterms:W3CDTF">2026-08-19T22:17:59Z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subtitle">
    <vt:lpwstr>Asking a question, meeting R, and making your first graph</vt:lpwstr>
  </property>
  <property fmtid="{D5CDD505-2E9C-101B-9397-08002B2CF9AE}" pid="13" name="toc-title">
    <vt:lpwstr>Table of contents</vt:lpwstr>
  </property>
  <property fmtid="{D5CDD505-2E9C-101B-9397-08002B2CF9AE}" pid="14" name="week">
    <vt:lpwstr>1</vt:lpwstr>
  </property>
</Properties>
</file>