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Principles of experimental design and sampling.</dc:description>
  <dcterms:created xsi:type="dcterms:W3CDTF">2026-08-20T18:22:39Z</dcterms:created>
  <dcterms:modified xsi:type="dcterms:W3CDTF">2026-08-20T18:22:39Z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Designing studies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