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paste-1.png" id="0" name="Picture 1"/>
          <p:cNvPicPr>
            <a:picLocks noGrp="1" noChangeAspect="1"/>
          </p:cNvPicPr>
          <p:nvPr/>
        </p:nvPicPr>
        <p:blipFill>
          <a:blip r:embed="rId2"/>
          <a:stretch>
            <a:fillRect/>
          </a:stretch>
        </p:blipFill>
        <p:spPr bwMode="auto">
          <a:xfrm>
            <a:off x="6121400" y="2171700"/>
            <a:ext cx="2781300" cy="1447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2026-09-30T15:13:31Z</dcterms:created>
  <dcterms:modified xsi:type="dcterms:W3CDTF">2026-09-30T15:13:31Z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