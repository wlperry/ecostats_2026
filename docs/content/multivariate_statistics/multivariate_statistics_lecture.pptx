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lecture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lecture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0.005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 
## Model     1    26.24 0.06493 3.3333   0.01 **
## Residual 48   377.85 0.93507                 
## Total    49   404.09 1.00000 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0.120 0.006 -    
## TJH 0.018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2026-07-06T00:58:05Z</dcterms:created>
  <dcterms:modified xsi:type="dcterms:W3CDTF">2026-07-06T00:58:05Z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16</vt:lpwstr>
  </property>
  <property fmtid="{D5CDD505-2E9C-101B-9397-08002B2CF9AE}" pid="14" name="resources">
    <vt:lpwstr/>
  </property>
  <property fmtid="{D5CDD505-2E9C-101B-9397-08002B2CF9AE}" pid="15" name="subtitle">
    <vt:lpwstr>Multivariate intro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