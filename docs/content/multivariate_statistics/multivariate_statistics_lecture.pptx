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5" Type="http://schemas.openxmlformats.org/officeDocument/2006/relationships/viewProps" Target="viewProps.xml" /><Relationship Id="rId64" Type="http://schemas.openxmlformats.org/officeDocument/2006/relationships/presProps" Target="presProps.xml" /><Relationship Id="rId1" Type="http://schemas.openxmlformats.org/officeDocument/2006/relationships/slideMaster" Target="slideMasters/slideMaster1.xml" /><Relationship Id="rId67" Type="http://schemas.openxmlformats.org/officeDocument/2006/relationships/tableStyles" Target="tableStyles.xml" /><Relationship Id="rId6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Comparison Table</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Practical Tips for PCA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PCA Results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Include in Papers/Theses</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0.001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0.003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0.02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0.054 0.006 -    </a:t>
            </a:r>
            <a:br/>
            <a:r>
              <a:rPr i="1">
                <a:solidFill>
                  <a:srgbClr val="5E5E5E"/>
                </a:solidFill>
                <a:latin typeface="Courier"/>
              </a:rPr>
              <a:t>## TJH 0.018 0.006 0.012</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2026-08-25T18:55:33Z</dcterms:created>
  <dcterms:modified xsi:type="dcterms:W3CDTF">2026-08-25T18:55:33Z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17</vt:lpwstr>
  </property>
  <property fmtid="{D5CDD505-2E9C-101B-9397-08002B2CF9AE}" pid="13" name="resources">
    <vt:lpwstr/>
  </property>
  <property fmtid="{D5CDD505-2E9C-101B-9397-08002B2CF9AE}" pid="14" name="subtitle">
    <vt:lpwstr>Multivariate intro</vt:lpwstr>
  </property>
  <property fmtid="{D5CDD505-2E9C-101B-9397-08002B2CF9AE}" pid="15" name="toc-title">
    <vt:lpwstr>Table of contents</vt:lpwstr>
  </property>
  <property fmtid="{D5CDD505-2E9C-101B-9397-08002B2CF9AE}" pid="16" name="week">
    <vt:lpwstr>9</vt:lpwstr>
  </property>
</Properties>
</file>