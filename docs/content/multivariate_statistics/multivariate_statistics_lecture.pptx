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0.002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0.015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0.078 0.006 -    </a:t>
            </a:r>
            <a:br/>
            <a:r>
              <a:rPr i="1">
                <a:solidFill>
                  <a:srgbClr val="5E5E5E"/>
                </a:solidFill>
                <a:latin typeface="Courier"/>
              </a:rPr>
              <a:t>## TJH 0.006 0.006 0.030</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2026-09-08T20:18:23Z</dcterms:created>
  <dcterms:modified xsi:type="dcterms:W3CDTF">2026-09-08T20:18:23Z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