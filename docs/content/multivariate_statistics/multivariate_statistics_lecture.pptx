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lecture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lecture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0.003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0.002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0.023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0.090 0.006 -    
## TJH 0.012 0.006 0.018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2026-08-20T19:17:47Z</dcterms:created>
  <dcterms:modified xsi:type="dcterms:W3CDTF">2026-08-20T19:17:47Z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Multivariate intro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