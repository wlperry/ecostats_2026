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0.001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0.017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0.012 0.006 0.006</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2026-09-16T01:34:32Z</dcterms:created>
  <dcterms:modified xsi:type="dcterms:W3CDTF">2026-09-16T01:34:32Z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