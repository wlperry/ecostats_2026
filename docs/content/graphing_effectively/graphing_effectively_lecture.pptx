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lee vs. windward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titles, done right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Histograms and density curves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/>
              <a:t>Custom colors and legends with </a:t>
            </a:r>
            <a:r>
              <a:rPr sz="2000"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lee, s = windward)"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n_s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n_s</a:t>
            </a:r>
            <a:r>
              <a:rPr sz="2000"/>
              <a:t> meant.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(lee = n, windward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group)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found </a:t>
            </a:r>
            <a:r>
              <a:rPr sz="2000">
                <a:latin typeface="Courier"/>
              </a:rPr>
              <a:t>mean(length_mm)</a:t>
            </a:r>
            <a:r>
              <a:rPr sz="2000"/>
              <a:t> ≈ 17.7 in Describing Your Data, with a fairly small gap from the median. What shape do you expect the full distribution to have — symmetric, or skewed?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n_s,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Describing Your Data — now you can see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5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"wind" instead of the real value "s"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  <a:r>
              <a:rPr sz="2000"/>
              <a:t> 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 — check with </a:t>
            </a:r>
            <a:r>
              <a:rPr sz="2000">
                <a:latin typeface="Courier"/>
              </a:rPr>
              <a:t>unique(pine_df$n_s)</a:t>
            </a:r>
            <a:r>
              <a:rPr sz="2000"/>
              <a:t> first if you’re not sure. A missing or misspelled level draws as grey with a warning.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Built histograms and density curves to see a whole distribution’s shape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(Advanced)</a:t>
            </a:r>
            <a:r>
              <a:rPr/>
              <a:t> Set exact colors and legend text by hand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writing axis labels and titles properly with labs(), mapping color and fill by group, histograms and density curves, plotting mean ± SE directly with stat_summary(), faceting, a quick theme tour, custom colors and legends with scale_color_manual(), and a real ggsave() drill — all on the pine needle dataset.</dc:description>
  <dcterms:created xsi:type="dcterms:W3CDTF">2026-08-21T15:08:19Z</dcterms:created>
  <dcterms:modified xsi:type="dcterms:W3CDTF">2026-08-21T15:08:19Z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