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titles, done right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Histograms and density curves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/>
              <a:t>Custom colors and legends with </a:t>
            </a:r>
            <a:r>
              <a:rPr sz="2000">
                <a:latin typeface="Courier"/>
              </a:rPr>
              <a:t>scale_color_manual()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(n = shady, s = sunny)"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6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time you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n_s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n_s</a:t>
            </a:r>
            <a:r>
              <a:rPr sz="2000"/>
              <a:t> meant.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 (shady = n, sunny = 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pine_needles.csv"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group)</a:t>
            </a:r>
          </a:p>
        </p:txBody>
      </p:sp>
      <p:pic>
        <p:nvPicPr>
          <p:cNvPr descr="graphing_effectively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group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group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found </a:t>
            </a:r>
            <a:r>
              <a:rPr sz="2000">
                <a:latin typeface="Courier"/>
              </a:rPr>
              <a:t>mean(length_mm)</a:t>
            </a:r>
            <a:r>
              <a:rPr sz="2000"/>
              <a:t> ≈ 17.7 in Describing Your Data, with a fairly small gap from the median. What shape do you expect the full distribution to have — symmetric, or skewed?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n_s,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exact same mean and SE you calculated by hand in Describing Your Data — now you can see them.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facet_wrap(~group)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5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0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0"/>
            <a:r>
              <a:rPr sz="2000"/>
              <a:t>check with </a:t>
            </a:r>
            <a:r>
              <a:rPr sz="2000">
                <a:latin typeface="Courier"/>
              </a:rPr>
              <a:t>unique(pine_df$n_s)</a:t>
            </a:r>
            <a:r>
              <a:rPr sz="2000"/>
              <a:t> first if you’re not sure</a:t>
            </a:r>
          </a:p>
          <a:p>
            <a:pPr lvl="0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(sheltered)"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Built histograms and density curves to see a whole distribution’s shape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no separate summary table needed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(Advanced)</a:t>
            </a:r>
            <a:r>
              <a:rPr/>
              <a:t> Set exact colors and legend text by hand with </a:t>
            </a:r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group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writing axis labels and titles properly with labs(), mapping color and fill by group, histograms and density curves, plotting mean ± SE directly with stat_summary(), faceting, a quick theme tour, custom colors and legends with scale_color_manual(), and a real ggsave() drill — all on the pine needle dataset.</dc:description>
  <dcterms:created xsi:type="dcterms:W3CDTF">2026-08-25T18:54:58Z</dcterms:created>
  <dcterms:modified xsi:type="dcterms:W3CDTF">2026-08-25T18:54:58Z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4</vt:lpwstr>
  </property>
  <property fmtid="{D5CDD505-2E9C-101B-9397-08002B2CF9AE}" pid="12" name="resources">
    <vt:lpwstr/>
  </property>
  <property fmtid="{D5CDD505-2E9C-101B-9397-08002B2CF9AE}" pid="13" name="subtitle">
    <vt:lpwstr>Boxplots, group comparisons, and saving a publication-ready figure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