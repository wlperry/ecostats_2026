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r4ds.hadley.nz/communication.html#sec-themes" TargetMode="External" /><Relationship Id="rId3" Type="http://schemas.openxmlformats.org/officeDocument/2006/relationships/image" Target="../media/image14.png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titles, done right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Histograms and density curves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/>
              <a:t>Custom colors and legends with </a:t>
            </a:r>
            <a:r>
              <a:rPr sz="2000">
                <a:latin typeface="Courier"/>
              </a:rPr>
              <a:t>scale_color_manual()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6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§11.5 — Themes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Built histograms and density curves to see a whole distribution’s shape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(Advanced)</a:t>
            </a:r>
            <a:r>
              <a:rPr/>
              <a:t> Set exact colors and legend text by hand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team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writing axis labels and titles properly with labs(), mapping color and fill by group, histograms and density curves, plotting mean ± SE directly with stat_summary(), faceting, a quick theme tour, custom colors and legends with scale_color_manual(), and a real ggsave() drill — all on the pine needle dataset.</dc:description>
  <dcterms:created xsi:type="dcterms:W3CDTF">2026-09-09T18:04:38Z</dcterms:created>
  <dcterms:modified xsi:type="dcterms:W3CDTF">2026-09-09T18:04:38Z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group comparisons, and saving a publication-ready figure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