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(lee = n, windward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Module 3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and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"wind"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  <a:r>
              <a:rPr sz="2000"/>
              <a:t> 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 — 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sure. 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2026-08-20T19:16:51Z</dcterms:created>
  <dcterms:modified xsi:type="dcterms:W3CDTF">2026-08-20T19:16:51Z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