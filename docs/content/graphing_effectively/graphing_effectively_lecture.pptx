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1" Type="http://schemas.openxmlformats.org/officeDocument/2006/relationships/viewProps" Target="viewProps.xml" /><Relationship Id="rId6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3" Type="http://schemas.openxmlformats.org/officeDocument/2006/relationships/tableStyles" Target="tableStyles.xml" /><Relationship Id="rId6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Is </a:t>
            </a:r>
            <a:r>
              <a:rPr>
                <a:latin typeface="Courier"/>
              </a:rPr>
              <a:t>color</a:t>
            </a:r>
            <a:r>
              <a:rPr/>
              <a:t>/</a:t>
            </a:r>
            <a:r>
              <a:rPr>
                <a:latin typeface="Courier"/>
              </a:rPr>
              <a:t>fill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  <a:r>
              <a:rPr/>
              <a:t> when it should be?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2026-09-23T18:08:13Z</dcterms:created>
  <dcterms:modified xsi:type="dcterms:W3CDTF">2026-09-23T18:08:13Z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