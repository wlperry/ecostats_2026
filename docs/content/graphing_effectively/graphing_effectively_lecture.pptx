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shady, s = sunny)"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n_s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n_s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group)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found </a:t>
            </a:r>
            <a:r>
              <a:rPr sz="2000">
                <a:latin typeface="Courier"/>
              </a:rPr>
              <a:t>mean(length_mm)</a:t>
            </a:r>
            <a:r>
              <a:rPr sz="2000"/>
              <a:t> ≈ 17.7 in Describing Your Data, with a fairly small gap from the median.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n_s,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Describing Your Data — now you can see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5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0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0"/>
            <a:r>
              <a:rPr sz="2000"/>
              <a:t>check with </a:t>
            </a:r>
            <a:r>
              <a:rPr sz="2000">
                <a:latin typeface="Courier"/>
              </a:rPr>
              <a:t>unique(pine_df$n_s)</a:t>
            </a:r>
            <a:r>
              <a:rPr sz="2000"/>
              <a:t> first if you’re not sure</a:t>
            </a:r>
          </a:p>
          <a:p>
            <a:pPr lvl="0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2026-08-26T17:12:41Z</dcterms:created>
  <dcterms:modified xsi:type="dcterms:W3CDTF">2026-08-26T17:12:41Z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