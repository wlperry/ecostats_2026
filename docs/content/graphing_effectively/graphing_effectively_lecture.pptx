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shady, s = sunny)"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0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0"/>
            <a:r>
              <a:rPr sz="2000"/>
              <a:t>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</a:t>
            </a:r>
          </a:p>
          <a:p>
            <a:pPr lvl="0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2026-09-01T20:19:43Z</dcterms:created>
  <dcterms:modified xsi:type="dcterms:W3CDTF">2026-09-01T20:19:43Z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group comparisons, and saving a publication-ready figure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