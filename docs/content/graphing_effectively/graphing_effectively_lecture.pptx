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  <a:r>
              <a:rPr sz="2000"/>
              <a:t> 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 — 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sure. 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2026-08-21T18:20:25Z</dcterms:created>
  <dcterms:modified xsi:type="dcterms:W3CDTF">2026-08-21T18:20:25Z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