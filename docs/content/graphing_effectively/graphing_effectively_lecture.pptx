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3</a:t>
            </a:r>
          </a:p>
          <a:p>
            <a:pPr lvl="0" indent="0" marL="1270000">
              <a:buNone/>
            </a:pPr>
            <a:r>
              <a:rPr sz="2000"/>
              <a:t>You now have real numbers describing lee vs. windward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Plotting mean ± SE directly</a:t>
            </a:r>
          </a:p>
          <a:p>
            <a:pPr lvl="0" indent="-342900" marL="342900">
              <a:buAutoNum type="arabicPeriod"/>
            </a:pPr>
            <a:r>
              <a:rPr sz="2000"/>
              <a:t>Faceting and a quick theme tour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Module 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(n = lee, s = windward)"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6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time you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group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"steelblue"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group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the exact same mean and SE you calculated by hand in Module 3 — now you can see them.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facet_wrap(~group)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 Quick Theme Tour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Quick Theme Tour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raphing_effectively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raphing_effectively_lecture_files/figure-pptx/unnamed-chunk-9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we’ve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 at all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theme changes </a:t>
            </a:r>
            <a:r>
              <a:rPr sz="2000" i="1"/>
              <a:t>appearance</a:t>
            </a:r>
            <a:r>
              <a:rPr sz="2000"/>
              <a:t> only — never the data or the statistics underneath. Pick one and use it consistently across a report.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Saving a Real Figure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pine_jitter_plot,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no separate summary table needed</a:t>
            </a:r>
          </a:p>
          <a:p>
            <a:pPr lvl="0"/>
            <a:r>
              <a:rPr/>
              <a:t>Faceted a plot with </a:t>
            </a:r>
            <a:r>
              <a:rPr>
                <a:latin typeface="Courier"/>
              </a:rPr>
              <a:t>facet_wrap()</a:t>
            </a:r>
            <a:r>
              <a:rPr/>
              <a:t> to check every group at once</a:t>
            </a:r>
          </a:p>
          <a:p>
            <a:pPr lvl="0"/>
            <a:r>
              <a:rPr/>
              <a:t>Compared themes, and 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build a mean ± SE plot faceted by </a:t>
            </a:r>
            <a:r>
              <a:rPr sz="2000">
                <a:latin typeface="Courier"/>
              </a:rPr>
              <a:t>group</a:t>
            </a:r>
            <a:r>
              <a:rPr sz="2000"/>
              <a:t>, pick a theme,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3×3in,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Graphing Effectively</dc:title>
  <dc:creator>Bill Perry</dc:creator>
  <cp:keywords/>
  <dc:description>Boxplots with jittered raw points, mapping color and fill by group, plotting mean ± SE directly with stat_summary(), faceting, a quick theme tour, and a real ggsave() drill — all on the pine needle dataset.</dc:description>
  <dcterms:created xsi:type="dcterms:W3CDTF">2026-08-20T18:23:28Z</dcterms:created>
  <dcterms:modified xsi:type="dcterms:W3CDTF">2026-08-20T18:23:28Z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4</vt:lpwstr>
  </property>
  <property fmtid="{D5CDD505-2E9C-101B-9397-08002B2CF9AE}" pid="12" name="resources">
    <vt:lpwstr/>
  </property>
  <property fmtid="{D5CDD505-2E9C-101B-9397-08002B2CF9AE}" pid="13" name="subtitle">
    <vt:lpwstr>Boxplots, group comparisons, and saving a publication-ready figure</vt:lpwstr>
  </property>
  <property fmtid="{D5CDD505-2E9C-101B-9397-08002B2CF9AE}" pid="14" name="toc-title">
    <vt:lpwstr>Table of contents</vt:lpwstr>
  </property>
  <property fmtid="{D5CDD505-2E9C-101B-9397-08002B2CF9AE}" pid="15" name="week">
    <vt:lpwstr>2</vt:lpwstr>
  </property>
</Properties>
</file>