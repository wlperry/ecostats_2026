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3</a:t>
            </a:r>
          </a:p>
          <a:p>
            <a:pPr lvl="0" indent="0" marL="1270000">
              <a:buNone/>
            </a:pPr>
            <a:r>
              <a:rPr sz="2000"/>
              <a:t>You now have real numbers describing lee vs. windward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Module 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lee, s = windward)"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"steelblue"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Module 3 — now you can see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Graphing Effectively</dc:title>
  <dc:creator>Bill Perry</dc:creator>
  <cp:keywords/>
  <dc:description>Boxplots with jittered raw points, mapping color and fill by group, plotting mean ± SE directly with stat_summary(), faceting, a quick theme tour, and a real ggsave() drill — all on the pine needle dataset.</dc:description>
  <dcterms:created xsi:type="dcterms:W3CDTF">2026-08-20T14:37:01Z</dcterms:created>
  <dcterms:modified xsi:type="dcterms:W3CDTF">2026-08-20T14:37:01Z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resources">
    <vt:lpwstr/>
  </property>
  <property fmtid="{D5CDD505-2E9C-101B-9397-08002B2CF9AE}" pid="13" name="subtitle">
    <vt:lpwstr>Boxplots, group comparisons, and saving a publication-ready figure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