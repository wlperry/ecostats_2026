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Review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review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is Logistic Regression?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Today’s Example: Lizard Sexual Maturity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Difference from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length mature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  10.2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  10.4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  11.8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  12.3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5   13.8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6   16.9      0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Creating a Boxplot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review_lecture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do we see?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Using glm() for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glm(formula = mature ~ length, family = binomial, data = lizards_df)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Coefficients: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Estimate Std. Error z value Pr(&gt;|z|)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-6.6899     2.1401  -3.126  0.00177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length        0.2503     0.0775   3.229  0.00124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(Dispersion parameter for binomial family taken to be 1)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Null deviance: 60.176  on 43  degrees of freedom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deviance: 34.041  on 42  degrees of freedom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AIC: 38.041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Number of Fisher Scoring iterations: 6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Interpreting the Model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Making the Results More Interpretable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length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1.284388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the Probability Curve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review_lecture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the S-curve tells us: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Using the Model for Prediction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0.1565304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0.6939292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0.9651551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Interpretation: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Pseudo-R2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fitting null model for pseudo-r2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llh     llhNull          G2    McFadden        r2ML        r2CU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-17.0204762 -30.0881077  26.1352630   0.4343122   0.4478763   0.6009400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Pseudo-R2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Creating a More Detailed Summary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review_lecture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We Learned: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Our Results: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When to Use Logistic 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Review</dc:title>
  <dc:creator>Bill Perry</dc:creator>
  <cp:keywords/>
  <dc:description>End-of-course review, worked through a full logistic regression example — fitting a model, interpreting log-odds and odds ratios, visualizing the probability curve, making predictions, and assessing model fit with pseudo-R².</dc:description>
  <dcterms:created xsi:type="dcterms:W3CDTF">2026-09-30T14:58:21Z</dcterms:created>
  <dcterms:modified xsi:type="dcterms:W3CDTF">2026-09-30T14:58:21Z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21</vt:lpwstr>
  </property>
  <property fmtid="{D5CDD505-2E9C-101B-9397-08002B2CF9AE}" pid="14" name="resources">
    <vt:lpwstr/>
  </property>
  <property fmtid="{D5CDD505-2E9C-101B-9397-08002B2CF9AE}" pid="15" name="subtitle">
    <vt:lpwstr>Course review</vt:lpwstr>
  </property>
  <property fmtid="{D5CDD505-2E9C-101B-9397-08002B2CF9AE}" pid="16" name="toc-title">
    <vt:lpwstr>Table of contents</vt:lpwstr>
  </property>
  <property fmtid="{D5CDD505-2E9C-101B-9397-08002B2CF9AE}" pid="17" name="week">
    <vt:lpwstr>16</vt:lpwstr>
  </property>
</Properties>
</file>