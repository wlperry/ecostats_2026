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393700" y="660400"/>
            <a:ext cx="52197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2026-08-21T15:10:39Z</dcterms:created>
  <dcterms:modified xsi:type="dcterms:W3CDTF">2026-08-21T15:10:39Z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12</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