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analysis_of_variance_lecture_files/figure-pptx/l11-0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analysis_of_variance_lecture_files/figure-pptx/l11-0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analysis_of_variance_lecture_files/figure-pptx/l11-0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l11-0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acc>
                          <m:accPr>
                            <m:chr m:val="‾"/>
                          </m:accPr>
                          <m:e>
                            <m:r>
                              <m:t>Y</m:t>
                            </m:r>
                          </m:e>
                        </m:acc>
                      </m:e>
                      <m:sub>
                        <m:r>
                          <m:t>i</m:t>
                        </m:r>
                      </m:sub>
                    </m:sSub>
                    <m:r>
                      <m:rPr>
                        <m:sty m:val="p"/>
                      </m:rPr>
                      <m:t>−</m:t>
                    </m:r>
                    <m:acc>
                      <m:accPr>
                        <m:chr m:val="‾"/>
                      </m:accPr>
                      <m:e>
                        <m:r>
                          <m:t>Y</m:t>
                        </m:r>
                      </m:e>
                    </m:acc>
                    <m:sSup>
                      <m:e>
                        <m:r>
                          <m:rPr>
                            <m:sty m:val="p"/>
                          </m:rPr>
                          <m:t>)</m:t>
                        </m:r>
                      </m:e>
                      <m:sup>
                        <m:r>
                          <m:t>2</m:t>
                        </m:r>
                      </m:sup>
                    </m:sSup>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l11-0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analysis_of_variance_lecture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l11-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analysis_of_variance_lecture_files/figure-pptx/l11-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analysis_of_variance_lecture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analysis_of_variance_lecture_files/figure-pptx/l11-13-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analysis_of_variance_lecture_files/figure-pptx/l11-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analysis_of_variance_lecture_files/figure-pptx/l11-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analysis_of_variance_lecture_files/figure-pptx/l11-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analysis_of_variance_lecture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analysis_of_variance_lecture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analysis_of_variance_lecture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analysis_of_variance_lecture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Analysis of Variance (ANOVA)</dc:title>
  <dc:creator>Bill Perry</dc:creator>
  <cp:keywords/>
  <dc:description>One-way ANOVA and its connection to regression.</dc:description>
  <dcterms:created xsi:type="dcterms:W3CDTF">2026-08-19T22:23:08Z</dcterms:created>
  <dcterms:modified xsi:type="dcterms:W3CDTF">2026-08-19T22:23:08Z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rder">
    <vt:lpwstr>12</vt:lpwstr>
  </property>
  <property fmtid="{D5CDD505-2E9C-101B-9397-08002B2CF9AE}" pid="11" name="resources">
    <vt:lpwstr/>
  </property>
  <property fmtid="{D5CDD505-2E9C-101B-9397-08002B2CF9AE}" pid="12" name="subtitle">
    <vt:lpwstr>Single-factor ANOVA</vt:lpwstr>
  </property>
  <property fmtid="{D5CDD505-2E9C-101B-9397-08002B2CF9AE}" pid="13" name="toc-title">
    <vt:lpwstr>Table of contents</vt:lpwstr>
  </property>
  <property fmtid="{D5CDD505-2E9C-101B-9397-08002B2CF9AE}" pid="14" name="week">
    <vt:lpwstr>7</vt:lpwstr>
  </property>
</Properties>
</file>