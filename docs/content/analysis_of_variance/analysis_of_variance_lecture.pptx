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5" Type="http://schemas.openxmlformats.org/officeDocument/2006/relationships/viewProps" Target="viewProps.xml" /><Relationship Id="rId54" Type="http://schemas.openxmlformats.org/officeDocument/2006/relationships/presProps" Target="presProps.xml" /><Relationship Id="rId1" Type="http://schemas.openxmlformats.org/officeDocument/2006/relationships/slideMaster" Target="slideMasters/slideMaster1.xml" /><Relationship Id="rId57" Type="http://schemas.openxmlformats.org/officeDocument/2006/relationships/tableStyles" Target="tableStyles.xml" /><Relationship Id="rId5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unnamed-chunk-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unnamed-chunk-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unnamed-chunk-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unnamed-chunk-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unnamed-chunk-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unnamed-chunk-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unnamed-chunk-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unnamed-chunk-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unnamed-chunk-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unnamed-chunk-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unnamed-chunk-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unnamed-chunk-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unnamed-chunk-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unnamed-chunk-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p = 0.0135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unnamed-chunk-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Key observations:</a:t>
            </a:r>
            <a:r>
              <a:rPr/>
              <a:t> both tests still detect differences; Kruskal-Wallis is more robust to violations; the parametric test may give misleading results when assumptions are violated; the non-parametric test maintains validity.</a:t>
            </a:r>
          </a:p>
        </p:txBody>
      </p:sp>
      <p:pic>
        <p:nvPicPr>
          <p:cNvPr descr="analysis_of_variance_lecture_files/figure-pptx/unnamed-chunk-37-1.png" id="0" name="Picture 1"/>
          <p:cNvPicPr>
            <a:picLocks noGrp="1" noChangeAspect="1"/>
          </p:cNvPicPr>
          <p:nvPr/>
        </p:nvPicPr>
        <p:blipFill>
          <a:blip r:embed="rId2"/>
          <a:stretch>
            <a:fillRect/>
          </a:stretch>
        </p:blipFill>
        <p:spPr bwMode="auto">
          <a:xfrm>
            <a:off x="6121400" y="1765300"/>
            <a:ext cx="2781300" cy="22606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0.024 (significant); Control vs Knees: p = 1.000 (not significant); Eyes vs Knees: p = 0.078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a:t>
            </a:r>
          </a:p>
        </p:txBody>
      </p:sp>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2026-08-26T17:11:20Z</dcterms:created>
  <dcterms:modified xsi:type="dcterms:W3CDTF">2026-08-26T17:11:20Z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12</vt:lpwstr>
  </property>
  <property fmtid="{D5CDD505-2E9C-101B-9397-08002B2CF9AE}" pid="12" name="resources">
    <vt:lpwstr/>
  </property>
  <property fmtid="{D5CDD505-2E9C-101B-9397-08002B2CF9AE}" pid="13" name="subtitle">
    <vt:lpwstr>Single-factor ANOVA</vt:lpwstr>
  </property>
  <property fmtid="{D5CDD505-2E9C-101B-9397-08002B2CF9AE}" pid="14" name="toc-title">
    <vt:lpwstr>Table of contents</vt:lpwstr>
  </property>
  <property fmtid="{D5CDD505-2E9C-101B-9397-08002B2CF9AE}" pid="15" name="week">
    <vt:lpwstr>8</vt:lpwstr>
  </property>
</Properties>
</file>