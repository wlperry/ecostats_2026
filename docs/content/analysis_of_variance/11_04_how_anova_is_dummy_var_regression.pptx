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6513945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4245978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1527476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623686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2026-08-20T18:26:06Z</dcterms:created>
  <dcterms:modified xsi:type="dcterms:W3CDTF">2026-08-20T18:26:06Z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