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5857811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1637550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8492508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537280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2026-08-20T14:39:40Z</dcterms:created>
  <dcterms:modified xsi:type="dcterms:W3CDTF">2026-08-20T14:39:40Z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