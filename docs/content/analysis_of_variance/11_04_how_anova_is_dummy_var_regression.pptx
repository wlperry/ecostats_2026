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659847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967692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833446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06294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2026-08-19T20:19:33Z</dcterms:created>
  <dcterms:modified xsi:type="dcterms:W3CDTF">2026-08-19T20:19:33Z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