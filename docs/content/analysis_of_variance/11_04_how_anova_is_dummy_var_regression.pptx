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7900757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6647680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936448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745687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2026-08-20T19:19:31Z</dcterms:created>
  <dcterms:modified xsi:type="dcterms:W3CDTF">2026-08-20T19:19:31Z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11</vt:lpwstr>
  </property>
  <property fmtid="{D5CDD505-2E9C-101B-9397-08002B2CF9AE}" pid="10" name="resources">
    <vt:lpwstr/>
  </property>
  <property fmtid="{D5CDD505-2E9C-101B-9397-08002B2CF9AE}" pid="11" name="subtitle">
    <vt:lpwstr>One-way ANOVA</vt:lpwstr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