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an ANOVA IS A REGRESSION WIHT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One-way ANOVA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6056895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1800327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11_04_how_anova_is_dummy_var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3475663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11_04_how_anova_is_dummy_var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11_04_how_anova_is_dummy_var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4340493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an ANOVA IS A REGRESSION WIHT DUMMY VARIABLES</dc:title>
  <dc:creator>Bill Perry</dc:creator>
  <cp:keywords/>
  <dcterms:created xsi:type="dcterms:W3CDTF">2026-08-21T18:18:44Z</dcterms:created>
  <dcterms:modified xsi:type="dcterms:W3CDTF">2026-08-21T18:18:44Z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11</vt:lpwstr>
  </property>
  <property fmtid="{D5CDD505-2E9C-101B-9397-08002B2CF9AE}" pid="10" name="resources">
    <vt:lpwstr/>
  </property>
  <property fmtid="{D5CDD505-2E9C-101B-9397-08002B2CF9AE}" pid="11" name="subtitle">
    <vt:lpwstr>One-way ANOVA</vt:lpwstr>
  </property>
  <property fmtid="{D5CDD505-2E9C-101B-9397-08002B2CF9AE}" pid="12" name="toc-title">
    <vt:lpwstr>Table of contents</vt:lpwstr>
  </property>
  <property fmtid="{D5CDD505-2E9C-101B-9397-08002B2CF9AE}" pid="13" name="week">
    <vt:lpwstr>6</vt:lpwstr>
  </property>
</Properties>
</file>