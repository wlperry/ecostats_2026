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8754979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6337340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3381174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8591784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2026-07-06T01:00:22Z</dcterms:created>
  <dcterms:modified xsi:type="dcterms:W3CDTF">2026-07-06T01:00:22Z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subtitle">
    <vt:lpwstr>One-way ANOVA</vt:lpwstr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