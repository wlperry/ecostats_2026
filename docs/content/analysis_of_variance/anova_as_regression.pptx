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330010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533238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57612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287648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2026-08-20T14:40:19Z</dcterms:created>
  <dcterms:modified xsi:type="dcterms:W3CDTF">2026-08-20T14:40:19Z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