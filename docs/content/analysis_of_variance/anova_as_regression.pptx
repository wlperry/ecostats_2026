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1352548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3480787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8162792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6753599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2026-08-19T20:20:15Z</dcterms:created>
  <dcterms:modified xsi:type="dcterms:W3CDTF">2026-08-19T20:20:15Z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Supplement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