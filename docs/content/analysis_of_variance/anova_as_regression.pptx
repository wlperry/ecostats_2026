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781192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815522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4272362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3063271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2026-08-21T18:39:51Z</dcterms:created>
  <dcterms:modified xsi:type="dcterms:W3CDTF">2026-08-21T18:39:51Z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