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as Regression with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3019404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6850609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anova_as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3541210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anova_as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anova_as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2255561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ANOVA as Regression with Dummy Variables</dc:title>
  <dc:creator>Bill Perry</dc:creator>
  <cp:keywords/>
  <dc:description>How one-way ANOVA is equivalent to a regression with dummy variables.</dc:description>
  <dcterms:created xsi:type="dcterms:W3CDTF">2026-08-21T15:10:47Z</dcterms:created>
  <dcterms:modified xsi:type="dcterms:W3CDTF">2026-08-21T15:10:47Z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subtitle">
    <vt:lpwstr>Supplement</vt:lpwstr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