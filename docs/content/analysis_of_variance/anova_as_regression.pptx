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535795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250149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577649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946337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2026-07-06T01:01:10Z</dcterms:created>
  <dcterms:modified xsi:type="dcterms:W3CDTF">2026-07-06T01:01:10Z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Supplement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