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30266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94217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511094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4069692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2026-08-25T18:53:46Z</dcterms:created>
  <dcterms:modified xsi:type="dcterms:W3CDTF">2026-08-25T18:53:46Z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