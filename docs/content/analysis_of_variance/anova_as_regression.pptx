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as Regression with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6883690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790957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anova_as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4232720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anova_as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anova_as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5579115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 as Regression with Dummy Variables</dc:title>
  <dc:creator>Bill Perry</dc:creator>
  <cp:keywords/>
  <dc:description>How one-way ANOVA is equivalent to a regression with dummy variables.</dc:description>
  <dcterms:created xsi:type="dcterms:W3CDTF">2026-08-26T17:11:26Z</dcterms:created>
  <dcterms:modified xsi:type="dcterms:W3CDTF">2026-08-26T17:11:26Z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Supplement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