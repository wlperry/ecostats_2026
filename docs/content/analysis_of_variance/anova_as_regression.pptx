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9283218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4907368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0048462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4631031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2026-08-28T18:16:44Z</dcterms:created>
  <dcterms:modified xsi:type="dcterms:W3CDTF">2026-08-28T18:16:44Z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