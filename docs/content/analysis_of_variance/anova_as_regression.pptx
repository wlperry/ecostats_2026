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3296229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4170592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5943585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974994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2026-08-20T18:26:47Z</dcterms:created>
  <dcterms:modified xsi:type="dcterms:W3CDTF">2026-08-20T18:26:47Z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