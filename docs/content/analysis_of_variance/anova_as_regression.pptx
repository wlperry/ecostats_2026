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as Regression with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4908339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2475650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anova_as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5023225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anova_as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anova_as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3063333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ANOVA as Regression with Dummy Variables</dc:title>
  <dc:creator>Bill Perry</dc:creator>
  <cp:keywords/>
  <dc:description>How one-way ANOVA is equivalent to a regression with dummy variables.</dc:description>
  <dcterms:created xsi:type="dcterms:W3CDTF">2026-08-19T22:23:27Z</dcterms:created>
  <dcterms:modified xsi:type="dcterms:W3CDTF">2026-08-19T22:23:27Z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subtitle">
    <vt:lpwstr>Supplement</vt:lpwstr>
  </property>
  <property fmtid="{D5CDD505-2E9C-101B-9397-08002B2CF9AE}" pid="13" name="toc-title">
    <vt:lpwstr>Table of contents</vt:lpwstr>
  </property>
  <property fmtid="{D5CDD505-2E9C-101B-9397-08002B2CF9AE}" pid="14" name="week">
    <vt:lpwstr>6</vt:lpwstr>
  </property>
</Properties>
</file>