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625600"/>
            <a:ext cx="2781300" cy="2540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2026-08-21T15:08:09Z</dcterms:created>
  <dcterms:modified xsi:type="dcterms:W3CDTF">2026-08-21T15:08:09Z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