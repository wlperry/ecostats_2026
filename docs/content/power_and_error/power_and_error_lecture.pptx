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marL="0">
              <a:buNone/>
            </a:pPr>
            <a:r>
              <a:rPr/>
              <a:t>You already calculated </a:t>
            </a:r>
            <a:r>
              <a:rPr>
                <a:latin typeface="Courier"/>
              </a:rPr>
              <a:t>dz</a:t>
            </a:r>
            <a:r>
              <a:rPr/>
              <a:t> in the Non-Parametric lecture — </a:t>
            </a:r>
            <a:r>
              <a:rPr b="1"/>
              <a:t>−1.36</a:t>
            </a:r>
            <a:r>
              <a:rPr/>
              <a:t>, the large effect we could not pin down. This is what that number is </a:t>
            </a:r>
            <a:r>
              <a:rPr i="1"/>
              <a:t>for</a:t>
            </a:r>
            <a:r>
              <a:rPr/>
              <a:t>.</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2026-09-23T18:10:17Z</dcterms:created>
  <dcterms:modified xsi:type="dcterms:W3CDTF">2026-09-23T18:10:17Z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