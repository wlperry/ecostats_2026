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Power and Type I &amp; II Error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Errors and power</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5: Review</a:t>
            </a:r>
          </a:p>
        </p:txBody>
      </p:sp>
      <p:sp>
        <p:nvSpPr>
          <p:cNvPr id="3" name="Content Placeholder 2"/>
          <p:cNvSpPr>
            <a:spLocks noGrp="1"/>
          </p:cNvSpPr>
          <p:nvPr>
            <p:ph idx="1" sz="half"/>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p:txBody>
      </p:sp>
      <p:pic>
        <p:nvPicPr>
          <p:cNvPr descr="images/clipboard-536528302.png" id="0" name="Picture 1"/>
          <p:cNvPicPr>
            <a:picLocks noGrp="1" noChangeAspect="1"/>
          </p:cNvPicPr>
          <p:nvPr/>
        </p:nvPicPr>
        <p:blipFill>
          <a:blip r:embed="rId2"/>
          <a:stretch>
            <a:fillRect/>
          </a:stretch>
        </p:blipFill>
        <p:spPr bwMode="auto">
          <a:xfrm>
            <a:off x="6121400" y="889000"/>
            <a:ext cx="2781300" cy="40132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power_and_error_lecture_files/figure-pptx/l06-0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power_and_error_lecture_files/figure-pptx/l06-0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latin typeface="Courier"/>
              </a:rPr>
              <a:t>Pooled SD: 2.58 mm</a:t>
            </a:r>
          </a:p>
          <a:p>
            <a:pPr lvl="0" indent="0">
              <a:buNone/>
            </a:pPr>
            <a:r>
              <a:rPr>
                <a:latin typeface="Courier"/>
              </a:rPr>
              <a:t>Effect size for observed 1.45 mm difference: Cohen's d = 0.56 </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power_and_error_lecture_files/figure-pptx/l06-0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power_and_error_lecture_files/figure-pptx/l06-0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 and Type I &amp; II Error</dc:title>
  <dc:creator>Bill Perry</dc:creator>
  <cp:keywords/>
  <dc:description>Type I/II error, effect size, and statistical power.</dc:description>
  <dcterms:created xsi:type="dcterms:W3CDTF">2026-07-06T00:57:03Z</dcterms:created>
  <dcterms:modified xsi:type="dcterms:W3CDTF">2026-07-06T00:57:03Z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ngines">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6</vt:lpwstr>
  </property>
  <property fmtid="{D5CDD505-2E9C-101B-9397-08002B2CF9AE}" pid="12" name="resources">
    <vt:lpwstr/>
  </property>
  <property fmtid="{D5CDD505-2E9C-101B-9397-08002B2CF9AE}" pid="13" name="subtitle">
    <vt:lpwstr>Errors and power</vt:lpwstr>
  </property>
  <property fmtid="{D5CDD505-2E9C-101B-9397-08002B2CF9AE}" pid="14" name="toc-title">
    <vt:lpwstr>Table of contents</vt:lpwstr>
  </property>
  <property fmtid="{D5CDD505-2E9C-101B-9397-08002B2CF9AE}" pid="15" name="week">
    <vt:lpwstr>3</vt:lpwstr>
  </property>
</Properties>
</file>