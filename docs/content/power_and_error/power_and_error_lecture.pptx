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3" Type="http://schemas.openxmlformats.org/officeDocument/2006/relationships/viewProps" Target="viewProps.xml" /><Relationship Id="rId32" Type="http://schemas.openxmlformats.org/officeDocument/2006/relationships/presProps" Target="presProps.xml" /><Relationship Id="rId1" Type="http://schemas.openxmlformats.org/officeDocument/2006/relationships/slideMaster" Target="slideMasters/slideMaster1.xml" /><Relationship Id="rId35" Type="http://schemas.openxmlformats.org/officeDocument/2006/relationships/tableStyles" Target="tableStyles.xml" /><Relationship Id="rId3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21400" y="889000"/>
            <a:ext cx="2781300" cy="40132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unnamed-chunk-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625600"/>
            <a:ext cx="2781300" cy="25400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unnamed-chunk-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represents the probability of detecting a true effect (rejecting the null hypothesis when it is false).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With 97% power, this test has excellent ability to detect the specified effect size. Generally, </a:t>
            </a:r>
            <a:r>
              <a:rPr sz="2000" b="1"/>
              <a:t>80% power is considered acceptable</a:t>
            </a:r>
            <a:r>
              <a:rPr sz="2000"/>
              <a:t> — so 97% indicates a very well-powered study for detecting a difference of this size between the groups.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unnamed-chunk-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power_and_error_lecture_files/figure-pptx/unnamed-chunk-7-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class pine needle datasets.</dc:description>
  <dcterms:created xsi:type="dcterms:W3CDTF">2026-08-21T18:42:54Z</dcterms:created>
  <dcterms:modified xsi:type="dcterms:W3CDTF">2026-08-21T18:42:54Z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7</vt:lpwstr>
  </property>
  <property fmtid="{D5CDD505-2E9C-101B-9397-08002B2CF9AE}" pid="12" name="resources">
    <vt:lpwstr/>
  </property>
  <property fmtid="{D5CDD505-2E9C-101B-9397-08002B2CF9AE}" pid="13" name="subtitle">
    <vt:lpwstr>Errors and power</vt:lpwstr>
  </property>
  <property fmtid="{D5CDD505-2E9C-101B-9397-08002B2CF9AE}" pid="14" name="toc-title">
    <vt:lpwstr>Table of contents</vt:lpwstr>
  </property>
  <property fmtid="{D5CDD505-2E9C-101B-9397-08002B2CF9AE}" pid="15" name="week">
    <vt:lpwstr>4</vt:lpwstr>
  </property>
</Properties>
</file>