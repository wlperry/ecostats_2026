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Relationship Id="rId3" Type="http://schemas.openxmlformats.org/officeDocument/2006/relationships/hyperlink" Target="themes_functions/r_themes_and_functions.R" TargetMode="External" /><Relationship Id="rId4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work with the lake trout data. </a:t>
            </a:r>
            <a:r>
              <a:rPr b="1"/>
              <a:t>Everything today uses </a:t>
            </a:r>
            <a:r>
              <a:rPr b="1">
                <a:latin typeface="Courier"/>
              </a:rPr>
              <a:t>mass_g</a:t>
            </a:r>
            <a:r>
              <a:rPr/>
              <a:t> — the weights are the interesting variable, and their assumptions are badly broken, which is exactly what we want. This translates to any other data frame you might use.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55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throughout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  <a:r>
              <a:rPr/>
              <a:t> </a:t>
            </a:r>
            <a:r>
              <a:rPr>
                <a:hlinkClick r:id="rId3"/>
              </a:rPr>
              <a:t>📥 Tools script</a:t>
            </a:r>
            <a:r>
              <a:rPr/>
              <a:t> </a:t>
            </a:r>
            <a:r>
              <a:rPr>
                <a:hlinkClick r:id="rId4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 — just put the file in </a:t>
            </a:r>
            <a:r>
              <a:rPr sz="2000">
                <a:latin typeface="Courier"/>
              </a:rPr>
              <a:t>themes_functions/</a:t>
            </a:r>
            <a:r>
              <a:rPr sz="2000"/>
              <a:t> and carry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today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 That imbalance is the whole lecture.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Assumptions of Parametric Tests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Outliers are a problem for non-parametric tests as well — switching to a rank-based test doesn’t make an outlier stop mattering.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When Assumptions Fail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Welch’s T-Test — a One-Slide Refresher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Rank-Based Tests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test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a signal you’re reading rank-based test output, not a t-test.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5b · Back to Our Pine Needles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question, the non-parametric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week we tested our own needle data two ways. Let’s run the rank-based versions of </a:t>
            </a:r>
            <a:r>
              <a:rPr b="1"/>
              <a:t>exactly the same two comparisons</a:t>
            </a:r>
            <a:r>
              <a:rPr/>
              <a:t> and see what changes.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Permutation Tests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Summary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4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5b)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Assumptions of parametric tests, data transformations, a Welch’s t-test refresher, rank-based tests (Mann-Whitney, Wilcoxon signed-rank), and permutation tests when assumptions fail — on lake trout mass.</dc:description>
  <dcterms:created xsi:type="dcterms:W3CDTF">2026-09-21T17:48:52Z</dcterms:created>
  <dcterms:modified xsi:type="dcterms:W3CDTF">2026-09-21T17:48:52Z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