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2209800"/>
            <a:ext cx="4038600" cy="1447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9812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1117600"/>
            <a:ext cx="2781300" cy="356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2026-08-21T18:21:45Z</dcterms:created>
  <dcterms:modified xsi:type="dcterms:W3CDTF">2026-08-21T18:21:45Z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