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lee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windward (</a:t>
            </a:r>
            <a:r>
              <a:rPr>
                <a:latin typeface="Courier"/>
              </a:rPr>
              <a:t>wind == "wind"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lee"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2026-08-21T15:07:27Z</dcterms:created>
  <dcterms:modified xsi:type="dcterms:W3CDTF">2026-08-21T15:07:27Z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