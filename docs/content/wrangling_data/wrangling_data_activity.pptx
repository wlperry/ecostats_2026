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sunny (</a:t>
            </a:r>
            <a:r>
              <a:rPr>
                <a:latin typeface="Courier"/>
              </a:rPr>
              <a:t>sun == "sunny"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filter()</a:t>
            </a:r>
            <a:r>
              <a:rPr/>
              <a:t> — OR, </a:t>
            </a:r>
            <a:r>
              <a:rPr>
                <a:latin typeface="Courier"/>
              </a:rPr>
              <a:t>%in%</a:t>
            </a:r>
            <a:r>
              <a:rPr/>
              <a:t>, and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OR: shady side,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%in%: match one of several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Rewrite the </a:t>
            </a:r>
            <a:r>
              <a:rPr>
                <a:latin typeface="Courier"/>
              </a:rPr>
              <a:t>%in%</a:t>
            </a:r>
            <a:r>
              <a:rPr/>
              <a:t> line above as a chain of </a:t>
            </a:r>
            <a:r>
              <a:rPr>
                <a:latin typeface="Courier"/>
              </a:rPr>
              <a:t>|</a:t>
            </a:r>
            <a:r>
              <a:rPr/>
              <a:t> conditions instead — same result, longer code.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on </a:t>
            </a:r>
            <a:r>
              <a:rPr>
                <a:latin typeface="Courier"/>
              </a:rPr>
              <a:t>pine_csv_df</a:t>
            </a:r>
            <a:r>
              <a:rPr/>
              <a:t> that keeps sunny (</a:t>
            </a:r>
            <a:r>
              <a:rPr>
                <a:latin typeface="Courier"/>
              </a:rPr>
              <a:t>sun == "sunny"</a:t>
            </a:r>
            <a:r>
              <a:rPr/>
              <a:t>) needles </a:t>
            </a:r>
            <a:r>
              <a:rPr b="1"/>
              <a:t>that are also</a:t>
            </a:r>
            <a:r>
              <a:rPr/>
              <a:t> longer than 14mm — think about whether you need </a:t>
            </a:r>
            <a:r>
              <a:rPr>
                <a:latin typeface="Courier"/>
              </a:rPr>
              <a:t>,</a:t>
            </a:r>
            <a:r>
              <a:rPr/>
              <a:t>/</a:t>
            </a:r>
            <a:r>
              <a:rPr>
                <a:latin typeface="Courier"/>
              </a:rPr>
              <a:t>&amp;</a:t>
            </a:r>
            <a:r>
              <a:rPr/>
              <a:t> or </a:t>
            </a:r>
            <a:r>
              <a:rPr>
                <a:latin typeface="Courier"/>
              </a:rPr>
              <a:t>|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cutoffs (16 and 20) to different values of your choosing. How do the counts in each bin shift?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happens if you delete the </a:t>
            </a:r>
            <a:r>
              <a:rPr>
                <a:latin typeface="Courier"/>
              </a:rPr>
              <a:t>TRUE ~ "long"</a:t>
            </a:r>
            <a:r>
              <a:rPr/>
              <a:t> line and rerun? Try it, then explain why that’s dangerous.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size_class</a:t>
            </a:r>
            <a:r>
              <a:rPr/>
              <a:t> column (as above) to </a:t>
            </a:r>
            <a:r>
              <a:rPr>
                <a:latin typeface="Courier"/>
              </a:rPr>
              <a:t>pine_wrangled_df</a:t>
            </a:r>
            <a:r>
              <a:rPr/>
              <a:t>’s recipe — you’ll build the full pipeline with it in Part 6.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case_when()</a:t>
            </a:r>
            <a:r>
              <a:rPr sz="2000"/>
              <a:t> that uses </a:t>
            </a:r>
            <a:r>
              <a:rPr sz="2000" b="1"/>
              <a:t>two</a:t>
            </a:r>
            <a:r>
              <a:rPr sz="2000"/>
              <a:t> conditions per row (e.g., </a:t>
            </a:r>
            <a:r>
              <a:rPr sz="2000">
                <a:latin typeface="Courier"/>
              </a:rPr>
              <a:t>n_s == "n" &amp; length_mm &gt; 20 ~ "long shady"</a:t>
            </a:r>
            <a:r>
              <a:rPr sz="2000"/>
              <a:t>) to build a combined category.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Filter with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/</a:t>
            </a:r>
            <a:r>
              <a:rPr>
                <a:latin typeface="Courier"/>
              </a:rPr>
              <a:t>!is.na()</a:t>
            </a:r>
            <a:r>
              <a:rPr/>
              <a:t>, and both AND (</a:t>
            </a:r>
            <a:r>
              <a:rPr>
                <a:latin typeface="Courier"/>
              </a:rPr>
              <a:t>,</a:t>
            </a:r>
            <a:r>
              <a:rPr/>
              <a:t>) and 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☐ Recode or bin a column with </a:t>
            </a:r>
            <a:r>
              <a:rPr>
                <a:latin typeface="Courier"/>
              </a:rPr>
              <a:t>case_when()</a:t>
            </a:r>
            <a:r>
              <a:rPr/>
              <a:t>, including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Wrangling Your Data</dc:title>
  <dc:creator>Bill Perry</dc:creator>
  <cp:keywords/>
  <dc:description>Hands-on worksheet: reading CSV and Excel files, filter/select/mutate/arrange, the full boolean-operator toolkit (%in%, is.na(), AND vs. OR), recoding with case_when(), log and unit transforms, catching duplicate rows, and write_csv().</dc:description>
  <dcterms:created xsi:type="dcterms:W3CDTF">2026-08-21T18:43:46Z</dcterms:created>
  <dcterms:modified xsi:type="dcterms:W3CDTF">2026-08-21T18:43:46Z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