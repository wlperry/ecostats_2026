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2: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windward (</a:t>
            </a:r>
            <a:r>
              <a:rPr>
                <a:latin typeface="Courier"/>
              </a:rPr>
              <a:t>wind == "wind"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 What does that tell you?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mistyped name won’t be caught. Always look at your data too.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Hands-on worksheet: reading CSV and Excel files, filter/select/mutate/arrange, log and unit transforms, catching duplicate rows, and write_csv().</dc:description>
  <dcterms:created xsi:type="dcterms:W3CDTF">2026-08-20T18:22:32Z</dcterms:created>
  <dcterms:modified xsi:type="dcterms:W3CDTF">2026-08-20T18:22:32Z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