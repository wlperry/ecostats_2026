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sun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(sheltered)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21
2 3/20/25 cephalopods n     shady       1        23
3 3/20/25 cephalopods n     shady       1        25
4 3/20/25 cephalopods n     shady       1        21
5 3/20/25 salmon      n     shady       2        23
6 3/20/25 salmon      n     shady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s     sunny       1        16
2 3/20/25 cephalopods s     sunny       1        17
3 3/20/25 crayfish    s     sunny       3        16
4 3/20/25 crayfish    s     sunny       3        17
5 3/20/25 snail       s     sunny       4        17
6 3/20/25 snail       s     sunny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 indent="0" marL="1270000">
              <a:buNone/>
            </a:pPr>
            <a:r>
              <a:rPr sz="2000"/>
              <a:t>A comma between conditions means </a:t>
            </a:r>
            <a:r>
              <a:rPr sz="2000" b="1"/>
              <a:t>AND</a:t>
            </a:r>
            <a:r>
              <a:rPr sz="2000"/>
              <a:t> — every condition must be true for a row to be kept. 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22mm. Will this ever keep a </a:t>
            </a:r>
            <a:r>
              <a:rPr sz="2000" i="1"/>
              <a:t>sunny</a:t>
            </a:r>
            <a:r>
              <a:rPr sz="2000"/>
              <a:t> needle? 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. They look related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 — 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is.na(x)</a:t>
            </a:r>
            <a:r>
              <a:rPr sz="2000"/>
              <a:t> is itself a boolean test — </a:t>
            </a:r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  <a:r>
              <a:rPr sz="2000"/>
              <a:t> 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 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sun   tree_no length_mm
  &lt;chr&gt;       &lt;chr&gt; &lt;chr&gt;   &lt;dbl&gt;     &lt;dbl&gt;
1 cephalopods n     shady       1        20
2 cephalopods n     shady       1        21
3 cephalopods n     shady       1        23
4 cephalopods n     shady       1        25
5 cephalopods n     shady       1        21
6 cephalopods n     shady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sun   tree_no length_mm
  &lt;chr&gt; &lt;chr&gt;   &lt;dbl&gt;     &lt;dbl&gt;
1 n     shady       1        20
2 n     shady       1        21
3 n     shady       1        23
4 n     shady       1        25
5 n     shady       1        21
6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contains("sun")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length_cm
  &lt;chr&gt;   &lt;chr&gt;       &lt;chr&gt; &lt;chr&gt;   &lt;dbl&gt;     &lt;dbl&gt;     &lt;dbl&gt;
1 3/20/25 cephalopods n     shady       1        20       2  
2 3/20/25 cephalopods n     shady       1        21       2.1
3 3/20/25 cephalopods n     shady       1        23       2.3
4 3/20/25 cephalopods n     shady       1        25       2.5
5 3/20/25 cephalopods n     shady       1        21       2.1
6 3/20/25 cephalopods n     shady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log_length
  &lt;chr&gt;   &lt;chr&gt;       &lt;chr&gt; &lt;chr&gt;   &lt;dbl&gt;     &lt;dbl&gt;      &lt;dbl&gt;
1 3/20/25 cephalopods n     shady       1        20       3.00
2 3/20/25 cephalopods n     shady       1        21       3.04
3 3/20/25 cephalopods n     shady       1        23       3.14
4 3/20/25 cephalopods n     shady       1        25       3.22
5 3/20/25 cephalopods n     shady       1        21       3.04
6 3/20/25 cephalopods n     shady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sun   tree_no length_mm length_cm size_class
  &lt;chr&gt;   &lt;chr&gt;       &lt;chr&gt; &lt;chr&gt;   &lt;dbl&gt;     &lt;dbl&gt;     &lt;dbl&gt; &lt;chr&gt;     
1 3/20/25 cephalopods n     shady       1        20       2   long      
2 3/20/25 cephalopods n     shady       1        21       2.1 long      
3 3/20/25 cephalopods n     shady       1        23       2.3 long      
4 3/20/25 cephalopods n     shady       1        25       2.5 long      
5 3/20/25 cephalopods n     shady       1        21       2.1 long      
6 3/20/25 cephalopods n     shady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 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salmon      s     sunny       2        12
 2 3/20/25 salmon      s     sunny       2        12
 3 3/20/25 salmon      s     sunny       2        12
 4 3/20/25 cephalopods s     sunny       1        13
 5 3/20/25 salmon      s     sunny       2        13
 6 3/20/25 crayfish    s     sunny       3        13
 7 3/20/25 cephalopods s     sunny       1        14
 8 3/20/25 salmon      s     sunny       2        14
 9 3/20/25 salmon      s     sunny       2        14
10 3/20/25 crayfish    s     sunny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sun   length_mm length_cm log_length size_class
  &lt;chr&gt;       &lt;chr&gt; &lt;chr&gt;     &lt;dbl&gt;     &lt;dbl&gt;      &lt;dbl&gt; &lt;chr&gt;     
1 cephalopods n     shady        25       2.5       3.22 long      
2 crayfish    n     shady        25       2.5       3.22 long      
3 cephalopods n     shady        23       2.3       3.14 long      
4 salmon      n     shady        23       2.3       3.14 long      
5 crayfish    n     shady        23       2.3       3.14 long      
6 snail       n     shady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2026-08-21T18:23:08Z</dcterms:created>
  <dcterms:modified xsi:type="dcterms:W3CDTF">2026-08-21T18:23:08Z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