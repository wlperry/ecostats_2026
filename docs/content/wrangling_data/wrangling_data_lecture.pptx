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 — every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Finding and removing the duplicates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your saved files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2026-08-19T22:19:05Z</dcterms:created>
  <dcterms:modified xsi:type="dcterms:W3CDTF">2026-08-19T22:19:05Z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