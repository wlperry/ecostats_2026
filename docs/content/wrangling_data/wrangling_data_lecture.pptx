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 indent="0" marL="1270000">
              <a:buNone/>
            </a:pPr>
            <a:r>
              <a:rPr sz="2000"/>
              <a:t>A comma between conditions means </a:t>
            </a:r>
            <a:r>
              <a:rPr sz="2000" b="1"/>
              <a:t>AND</a:t>
            </a:r>
            <a:r>
              <a:rPr sz="2000"/>
              <a:t> — every condition must be true for a row to be kept. 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n_s == "n" | length_mm &gt; 22</a:t>
            </a:r>
            <a:r>
              <a:rPr sz="2000"/>
              <a:t> keeps a row if the side is lee </a:t>
            </a:r>
            <a:r>
              <a:rPr sz="2000" b="1"/>
              <a:t>or</a:t>
            </a:r>
            <a:r>
              <a:rPr sz="2000"/>
              <a:t> the needle is longer than 22mm. Will this ever keep a </a:t>
            </a:r>
            <a:r>
              <a:rPr sz="2000" i="1"/>
              <a:t>windward</a:t>
            </a:r>
            <a:r>
              <a:rPr sz="2000"/>
              <a:t> needle? 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Lee-side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. They look related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group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 — 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is.na(x)</a:t>
            </a:r>
            <a:r>
              <a:rPr sz="2000"/>
              <a:t> is itself a boolean test — </a:t>
            </a:r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  <a:r>
              <a:rPr sz="2000"/>
              <a:t> 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 Module 3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, </a:t>
            </a:r>
            <a:r>
              <a:rPr sz="2000">
                <a:latin typeface="Courier"/>
              </a:rPr>
              <a:t>"medium"</a:t>
            </a:r>
            <a:r>
              <a:rPr sz="2000"/>
              <a:t>, and </a:t>
            </a:r>
            <a:r>
              <a:rPr sz="2000">
                <a:latin typeface="Courier"/>
              </a:rPr>
              <a:t>"long"</a:t>
            </a:r>
            <a:r>
              <a:rPr sz="2000"/>
              <a:t>. Needle 1 in the data is 20mm. Which bin does it land in — and does that depend on whether the cutoff is </a:t>
            </a:r>
            <a:r>
              <a:rPr sz="2000">
                <a:latin typeface="Courier"/>
              </a:rPr>
              <a:t>&lt;</a:t>
            </a:r>
            <a:r>
              <a:rPr sz="2000"/>
              <a:t> or </a:t>
            </a:r>
            <a:r>
              <a:rPr sz="2000">
                <a:latin typeface="Courier"/>
              </a:rPr>
              <a:t>&lt;=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16
2 medium        17
3 short        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 Once a row matches </a:t>
            </a:r>
            <a:r>
              <a:rPr sz="2000">
                <a:latin typeface="Courier"/>
              </a:rPr>
              <a:t>length_mm &lt; 16</a:t>
            </a:r>
            <a:r>
              <a:rPr sz="2000"/>
              <a:t>, R never even looks at the later conditions for that row.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17
2 short         15
3 &lt;NA&gt;  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every “long” needle silently becomes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group       team_code
  &lt;chr&gt;       &lt;chr&gt;    
1 cephalopods CEPH     
2 salmon      SALM     
3 crayfish    CRAY     
4 snail       SNAI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group       n_s   wind  length_mm length_cm log_length size_class
  &lt;chr&gt;       &lt;chr&gt; &lt;chr&gt;     &lt;dbl&gt;     &lt;dbl&gt;      &lt;dbl&gt; &lt;chr&gt;     
1 cephalopods n     lee          25       2.5       3.22 long      
2 crayfish    n     lee          25       2.5       3.22 long      
3 cephalopods n     lee          23       2.3       3.14 long      
4 salmon      n     lee          23       2.3       3.14 long      
5 crayfish    n     lee          23       2.3       3.14 long      
6 snail       n     lee          23       2.3       3.14 long     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conversion, one log transform, and one </a:t>
            </a:r>
            <a:r>
              <a:rPr sz="2000">
                <a:latin typeface="Courier"/>
              </a:rPr>
              <a:t>case_when()</a:t>
            </a:r>
            <a:r>
              <a:rPr sz="2000"/>
              <a:t> category,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2026-08-20T19:15:51Z</dcterms:created>
  <dcterms:modified xsi:type="dcterms:W3CDTF">2026-08-20T19:15:51Z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