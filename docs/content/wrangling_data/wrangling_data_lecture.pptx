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 , </a:t>
            </a:r>
            <a:r>
              <a:rPr>
                <a:latin typeface="Courier"/>
              </a:rPr>
              <a:t>outout/)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variable names, excel poop, rounding issues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 or what you call them.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</a:t>
            </a:r>
          </a:p>
          <a:p>
            <a:pPr lvl="0"/>
            <a:r>
              <a:rPr sz="2000"/>
              <a:t>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 or %&gt;%</a:t>
            </a:r>
          </a:p>
          <a:p>
            <a:pPr lvl="0"/>
            <a:r>
              <a:rPr sz="2000"/>
              <a:t>Look related but do completely different jobs</a:t>
            </a:r>
          </a:p>
          <a:p>
            <a:pPr lvl="0"/>
            <a:r>
              <a:rPr sz="2000"/>
              <a:t>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 - super useful for similar units or types of data in variable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/>
              <a:t>Know what log you are doing log2 log10 or ln?????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- be careful!!!\</a:t>
            </a:r>
          </a:p>
          <a:p>
            <a:pPr lvl="0"/>
            <a:r>
              <a:rPr sz="2000" b="1"/>
              <a:t>unique()</a:t>
            </a:r>
            <a:r>
              <a:rPr sz="2000"/>
              <a:t> - looks for the unique rows or names in rows for mispellinbg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2026-09-01T20:22:41Z</dcterms:created>
  <dcterms:modified xsi:type="dcterms:W3CDTF">2026-09-01T20:22:41Z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