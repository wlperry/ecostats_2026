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 , </a:t>
            </a:r>
            <a:r>
              <a:rPr>
                <a:latin typeface="Courier"/>
              </a:rPr>
              <a:t>outout/)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variable names, excel poop, rounding issues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sun       &lt;chr&gt; "shady", "shady", "shady", "shady", "shady", "shady", "sunny…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sun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 or what you call them.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(sheltered)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21
2 3/20/25 cephalopods n     shady       1        23
3 3/20/25 cephalopods n     shady       1        25
4 3/20/25 cephalopods n     shady       1        21
5 3/20/25 salmon      n     shady       2        23
6 3/20/25 salmon      n     shady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</a:t>
            </a:r>
          </a:p>
          <a:p>
            <a:pPr lvl="0"/>
            <a:r>
              <a:rPr sz="2000"/>
              <a:t>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s     sunny       1        16
2 3/20/25 cephalopods s     sunny       1        17
3 3/20/25 crayfish    s     sunny       3        16
4 3/20/25 crayfish    s     sunny       3        17
5 3/20/25 snail       s     sunny       4        17
6 3/20/25 snail       s     sunny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n_s == "n" | length_mm &gt; 22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22mm.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 or %&gt;%</a:t>
            </a:r>
          </a:p>
          <a:p>
            <a:pPr lvl="0"/>
            <a:r>
              <a:rPr sz="2000"/>
              <a:t>Look related but do completely different jobs</a:t>
            </a:r>
          </a:p>
          <a:p>
            <a:pPr lvl="0"/>
            <a:r>
              <a:rPr sz="2000"/>
              <a:t>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group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sun   tree_no length_mm
  &lt;chr&gt;   &lt;chr&gt;       &lt;chr&gt; &lt;chr&gt;   &lt;dbl&gt;     &lt;dbl&gt;
1 3/20/25 cephalopods n     shady       1        20
2 3/20/25 cephalopods n     shady       1        21
3 3/20/25 cephalopods n     shady       1        23
4 3/20/25 cephalopods n     shady       1        25
5 3/20/25 cephalopods n     shady       1        21
6 3/20/25 cephalopods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sun   tree_no length_mm
  &lt;chr&gt;       &lt;chr&gt; &lt;chr&gt;   &lt;dbl&gt;     &lt;dbl&gt;
1 cephalopods n     shady       1        20
2 cephalopods n     shady       1        21
3 cephalopods n     shady       1        23
4 cephalopods n     shady       1        25
5 cephalopods n     shady       1        21
6 cephalopods n     shady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sun   tree_no length_mm
  &lt;chr&gt; &lt;chr&gt;   &lt;dbl&gt;     &lt;dbl&gt;
1 n     shady       1        20
2 n     shady       1        21
3 n     shady       1        23
4 n     shady       1        25
5 n     shady       1        21
6 n     shady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 - super useful for similar units or types of data in variable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contains("sun")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length_cm
  &lt;chr&gt;   &lt;chr&gt;       &lt;chr&gt; &lt;chr&gt;   &lt;dbl&gt;     &lt;dbl&gt;     &lt;dbl&gt;
1 3/20/25 cephalopods n     shady       1        20       2  
2 3/20/25 cephalopods n     shady       1        21       2.1
3 3/20/25 cephalopods n     shady       1        23       2.3
4 3/20/25 cephalopods n     shady       1        25       2.5
5 3/20/25 cephalopods n     shady       1        21       2.1
6 3/20/25 cephalopods n     shady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sun   tree_no length_mm log_length
  &lt;chr&gt;   &lt;chr&gt;       &lt;chr&gt; &lt;chr&gt;   &lt;dbl&gt;     &lt;dbl&gt;      &lt;dbl&gt;
1 3/20/25 cephalopods n     shady       1        20       3.00
2 3/20/25 cephalopods n     shady       1        21       3.04
3 3/20/25 cephalopods n     shady       1        23       3.14
4 3/20/25 cephalopods n     shady       1        25       3.22
5 3/20/25 cephalopods n     shady       1        21       3.04
6 3/20/25 cephalopods n     shady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sun   tree_no length_mm length_cm size_class
  &lt;chr&gt;   &lt;chr&gt;       &lt;chr&gt; &lt;chr&gt;   &lt;dbl&gt;     &lt;dbl&gt;     &lt;dbl&gt; &lt;chr&gt;     
1 3/20/25 cephalopods n     shady       1        20       2   long      
2 3/20/25 cephalopods n     shady       1        21       2.1 long      
3 3/20/25 cephalopods n     shady       1        23       2.3 long      
4 3/20/25 cephalopods n     shady       1        25       2.5 long      
5 3/20/25 cephalopods n     shady       1        21       2.1 long      
6 3/20/25 cephalopods n     shady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/>
              <a:t>Know what log you are doing log2 log10 or ln?????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, </a:t>
            </a:r>
            <a:r>
              <a:rPr sz="2000">
                <a:latin typeface="Courier"/>
              </a:rPr>
              <a:t>"medium"</a:t>
            </a:r>
            <a:r>
              <a:rPr sz="2000"/>
              <a:t>, and </a:t>
            </a:r>
            <a:r>
              <a:rPr sz="2000">
                <a:latin typeface="Courier"/>
              </a:rPr>
              <a:t>"long"</a:t>
            </a:r>
            <a:r>
              <a:rPr sz="2000"/>
              <a:t>. Needle 1 in the data is 20mm. Which bin does it land in — and does that depend on whether the cutoff is </a:t>
            </a:r>
            <a:r>
              <a:rPr sz="2000">
                <a:latin typeface="Courier"/>
              </a:rPr>
              <a:t>&lt;</a:t>
            </a:r>
            <a:r>
              <a:rPr sz="2000"/>
              <a:t> or </a:t>
            </a:r>
            <a:r>
              <a:rPr sz="2000">
                <a:latin typeface="Courier"/>
              </a:rPr>
              <a:t>&lt;=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16
2 medium        17
3 short        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length_mm &lt; 16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17
2 short         15
3 &lt;NA&gt;  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every “long” needle silently becomes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group       team_code
  &lt;chr&gt;       &lt;chr&gt;    
1 cephalopods CEPH     
2 salmon      SALM     
3 crayfish    CRAY     
4 snail       SNAI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salmon      s     sunny       2        12
 2 3/20/25 salmon      s     sunny       2        12
 3 3/20/25 salmon      s     sunny       2        12
 4 3/20/25 cephalopods s     sunny       1        13
 5 3/20/25 salmon      s     sunny       2        13
 6 3/20/25 crayfish    s     sunny       3        13
 7 3/20/25 cephalopods s     sunny       1        14
 8 3/20/25 salmon      s     sunny       2        14
 9 3/20/25 salmon      s     sunny       2        14
10 3/20/25 crayfish    s     sunny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sun   tree_no length_mm
   &lt;chr&gt;   &lt;chr&gt;       &lt;chr&gt; &lt;chr&gt;   &lt;dbl&gt;     &lt;dbl&gt;
 1 3/20/25 cephalopods n     shady       1        25
 2 3/20/25 crayfish    n     shady       3        25
 3 3/20/25 cephalopods n     shady       1        23
 4 3/20/25 salmon      n     shady       2        23
 5 3/20/25 crayfish    n     shady       3        23
 6 3/20/25 snail       n     shady       4        23
 7 3/20/25 cephalopods n     shady       1        21
 8 3/20/25 cephalopods n     shady       1        21
 9 3/20/25 salmon      n     shady       2        21
10 3/20/25 crayfish    n     shady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group       n_s   sun   length_mm length_cm log_length size_class
  &lt;chr&gt;       &lt;chr&gt; &lt;chr&gt;     &lt;dbl&gt;     &lt;dbl&gt;      &lt;dbl&gt; &lt;chr&gt;     
1 cephalopods n     shady        25       2.5       3.22 long      
2 crayfish    n     shady        25       2.5       3.22 long      
3 cephalopods n     shady        23       2.3       3.14 long      
4 salmon      n     shady        23       2.3       3.14 long      
5 crayfish    n     shady        23       2.3       3.14 long      
6 snail       n     shady        23       2.3       3.14 long     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- be careful!!!\</a:t>
            </a:r>
          </a:p>
          <a:p>
            <a:pPr lvl="0"/>
            <a:r>
              <a:rPr sz="2000" b="1"/>
              <a:t>unique()</a:t>
            </a:r>
            <a:r>
              <a:rPr sz="2000"/>
              <a:t> - looks for the unique rows or names in rows for mispellinbg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conversion, one log transform, and one </a:t>
            </a:r>
            <a:r>
              <a:rPr sz="2000">
                <a:latin typeface="Courier"/>
              </a:rPr>
              <a:t>case_when()</a:t>
            </a:r>
            <a:r>
              <a:rPr sz="2000"/>
              <a:t> category,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2026-08-25T18:57:39Z</dcterms:created>
  <dcterms:modified xsi:type="dcterms:W3CDTF">2026-08-25T18:57:39Z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