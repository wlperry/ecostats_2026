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same data, two file formats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 before you trust it — every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group       n_s   wind  length_mm length_cm log_length
  &lt;chr&gt;       &lt;chr&gt; &lt;chr&gt;     &lt;dbl&gt;     &lt;dbl&gt;      &lt;dbl&gt;
1 cephalopods n     lee          25       2.5       3.22
2 crayfish    n     lee          25       2.5       3.22
3 cephalopods n     lee          23       2.3       3.14
4 salmon      n     lee          23       2.3       3.14
5 crayfish    n     lee          23       2.3       3.14
6 snail       n     lee          23       2.3       3.14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Finding and removing the duplicates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write_csv()</a:t>
            </a:r>
            <a:r>
              <a:rPr b="1"/>
              <a:t> — the mirror image of </a:t>
            </a:r>
            <a:r>
              <a:rPr b="1">
                <a:latin typeface="Courier"/>
              </a:rPr>
              <a:t>read_csv()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Naming your saved files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 and one log transform,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Reading CSV and Excel files, the filter/select/mutate/arrange verbs, log and unit-conversion transforms, catching duplicate rows, and writing your cleaned data back out — all on the pine needle dataset.</dc:description>
  <dcterms:created xsi:type="dcterms:W3CDTF">2026-08-19T20:15:53Z</dcterms:created>
  <dcterms:modified xsi:type="dcterms:W3CDTF">2026-08-19T20:15:53Z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