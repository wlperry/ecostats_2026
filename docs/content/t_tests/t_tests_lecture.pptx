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 automatically.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Plot, Base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Same idea, no package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as </a:t>
            </a:r>
            <a:r>
              <a:rPr sz="2000">
                <a:latin typeface="Courier"/>
              </a:rPr>
              <a:t>qqPlot()</a:t>
            </a:r>
            <a:r>
              <a:rPr sz="2000"/>
              <a:t>, just without the shaded envelope.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One-Tailed, the Wrong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run the same one-tailed test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 — Why the Design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 — Same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2026-09-23T17:40:46Z</dcterms:created>
  <dcterms:modified xsi:type="dcterms:W3CDTF">2026-09-23T17:40:46Z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