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t_tests_lecture_files/figure-pptx/l0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t_tests_lecture_files/figure-pptx/l0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t_tests_lecture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t_tests_lecture_files/figure-pptx/l0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t_tests_lecture_files/figure-pptx/l05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t_tests_lecture_files/figure-pptx/l05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t_tests_lecture_files/figure-pptx/l05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t_tests_lecture_files/figure-pptx/l0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t_tests_lecture_files/figure-pptx/l05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T-Tests: One, Two, Paired</dc:title>
  <dc:creator>Bill Perry</dc:creator>
  <cp:keywords/>
  <dc:description>One-sample, two-sample, and paired t-tests.</dc:description>
  <dcterms:created xsi:type="dcterms:W3CDTF">2026-08-20T14:36:43Z</dcterms:created>
  <dcterms:modified xsi:type="dcterms:W3CDTF">2026-08-20T14:36:43Z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6</vt:lpwstr>
  </property>
  <property fmtid="{D5CDD505-2E9C-101B-9397-08002B2CF9AE}" pid="11" name="resources">
    <vt:lpwstr/>
  </property>
  <property fmtid="{D5CDD505-2E9C-101B-9397-08002B2CF9AE}" pid="12" name="subtitle">
    <vt:lpwstr>Comparing means</vt:lpwstr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