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2.png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envelope; base R’s </a:t>
            </a: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without it.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  <a:p>
            <a:pPr lvl="0" indent="0" marL="0">
              <a:buNone/>
            </a:pPr>
            <a:r>
              <a:rPr/>
              <a:t>But run it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2026-09-21T17:13:11Z</dcterms:created>
  <dcterms:modified xsi:type="dcterms:W3CDTF">2026-09-21T17:13:11Z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