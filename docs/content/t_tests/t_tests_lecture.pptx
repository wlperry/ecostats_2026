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the Class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      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361
Columns: 5
$ group     &lt;chr&gt; "five", "five", "five", "five", "five", "five", "five", "fiv…
$ tree_no   &lt;dbl&gt; 1, 1, 1, 1, 1, 1, 1, 1, 1, 1, 1, 1, 1, 1, 1, 1, 1, 1, 1, 1, …
$ tree_char &lt;chr&gt; "tree_1", "tree_1", "tree_1", "tree_1", "tree_1", "tree_1", …
$ side      &lt;chr&gt; "sunny", "sunny", "sunny", "sunny", "sunny", "sunny", "sunny…
$ length_mm &lt;dbl&gt; 22.66, 21.14, 18.55, 18.65, 20.99, 18.94, 19.75, 18.46, 20.5…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8 trees per side — so df = 8 + 8 − 2 = 14.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group</a:t>
            </a:r>
            <a:r>
              <a:rPr sz="2000"/>
              <a:t> is the class team, </a:t>
            </a:r>
            <a:r>
              <a:rPr sz="2000">
                <a:latin typeface="Courier"/>
              </a:rPr>
              <a:t>tree_no</a:t>
            </a:r>
            <a:r>
              <a:rPr sz="2000"/>
              <a:t>/</a:t>
            </a:r>
            <a:r>
              <a:rPr sz="2000">
                <a:latin typeface="Courier"/>
              </a:rPr>
              <a:t>tree_char</a:t>
            </a:r>
            <a:r>
              <a:rPr sz="2000"/>
              <a:t> identify the tree,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length_mm</a:t>
            </a:r>
            <a:r>
              <a:rPr sz="2000"/>
              <a:t> is the needle length.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Multiple needles per tree side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earlier in the course.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— Two Versions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class_pine needle length switched.xlsx</a:t>
            </a:r>
            <a:r>
              <a:rPr sz="2000"/>
              <a:t> has the </a:t>
            </a:r>
            <a:r>
              <a:rPr sz="2000">
                <a:latin typeface="Courier"/>
              </a:rPr>
              <a:t>sunny</a:t>
            </a:r>
            <a:r>
              <a:rPr sz="2000"/>
              <a:t>/</a:t>
            </a:r>
            <a:r>
              <a:rPr sz="2000">
                <a:latin typeface="Courier"/>
              </a:rPr>
              <a:t>shady</a:t>
            </a:r>
            <a:r>
              <a:rPr sz="2000"/>
              <a:t> labels swapped relative to the original file. From here on, </a:t>
            </a:r>
            <a:r>
              <a:rPr sz="2000" b="1">
                <a:latin typeface="Courier"/>
              </a:rPr>
              <a:t>ps_df</a:t>
            </a:r>
            <a:r>
              <a:rPr sz="2000"/>
              <a:t> (the switched version) is the dataset we’ll actually test — it’s the one that matches the field notes.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ps_df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group,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"Pine needles switched"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ps_df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95% CI, Sample A: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2.1”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</a:t>
                </a:r>
                <a:r>
                  <a:rPr sz="2000" i="1"/>
                  <a:t>Analysis of Biological Data</a:t>
                </a:r>
                <a:r>
                  <a:rPr sz="2000"/>
                  <a:t>, Ch. 11 — Inference for a Normal Population.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7 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ps_shady_df$length_mm
W = 0.96639, p-value = 0.8683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unnamed-chunk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16 numbers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876300"/>
                <a:gridCol w="876300"/>
                <a:gridCol w="876300"/>
                <a:gridCol w="87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Conclusion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1.128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Not</a:t>
                      </a:r>
                      <a:r>
                        <a:rPr/>
                        <a:t> significant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Significant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difference?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here; the two-sample test is the wrong tool, and it would have made us miss a real effect.</a:t>
            </a:r>
          </a:p>
        </p:txBody>
      </p:sp>
      <p:pic>
        <p:nvPicPr>
          <p:cNvPr descr="t_tests_lecture_files/figure-pptx/unnamed-chunk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t_tests_lecture_files/figure-pptx/unnamed-chunk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class pine needle dataset.</dc:description>
  <dcterms:created xsi:type="dcterms:W3CDTF">2026-08-25T18:57:19Z</dcterms:created>
  <dcterms:modified xsi:type="dcterms:W3CDTF">2026-08-25T18:57:19Z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6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