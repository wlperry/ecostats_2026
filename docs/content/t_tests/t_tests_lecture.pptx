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With 8 needles per side, df = 8 + 8 − 2 = 14.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pooled variance = [(n₁−1)s₁² + (n₂−1)s₂²] / (n₁+n₂−2)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√(1/n₁ + 1/n₂): the pooled standard error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2026-08-21T18:43:32Z</dcterms:created>
  <dcterms:modified xsi:type="dcterms:W3CDTF">2026-08-21T18:43:32Z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