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8 trees per side — so df = 8 + 8 − 2 = 14.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7 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ps_shady_df$length_mm
W = 0.96639, p-value = 0.8683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16 numbers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Conclusion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1.128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Not</a:t>
                      </a:r>
                      <a:r>
                        <a:rPr/>
                        <a:t> significant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Significant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difference?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here; the two-sample test is the wrong tool, and it would have made us miss a real effect.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2026-08-26T17:15:11Z</dcterms:created>
  <dcterms:modified xsi:type="dcterms:W3CDTF">2026-08-26T17:15:11Z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4</vt:lpwstr>
  </property>
</Properties>
</file>