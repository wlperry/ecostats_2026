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the Class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361
Columns: 5
$ group     &lt;chr&gt; "five", "five", "five", "five", "five", "five", "five", "fiv…
$ tree_no   &lt;dbl&gt; 1, 1, 1, 1, 1, 1, 1, 1, 1, 1, 1, 1, 1, 1, 1, 1, 1, 1, 1, 1, …
$ tree_char &lt;chr&gt; "tree_1", "tree_1", "tree_1", "tree_1", "tree_1", "tree_1", …
$ side      &lt;chr&gt; "sunny", "sunny", "sunny", "sunny", "sunny", "sunny", "sunny…
$ length_mm &lt;dbl&gt; 22.66, 21.14, 18.55, 18.65, 20.99, 18.94, 19.75, 18.46, 20.5…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With 8 needles per side, df = 8 + 8 − 2 = 14.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</a:t>
            </a:r>
            <a:r>
              <a:rPr sz="2000"/>
              <a:t> is the class team, </a:t>
            </a:r>
            <a:r>
              <a:rPr sz="2000">
                <a:latin typeface="Courier"/>
              </a:rPr>
              <a:t>tree_no</a:t>
            </a:r>
            <a:r>
              <a:rPr sz="2000"/>
              <a:t>/</a:t>
            </a:r>
            <a:r>
              <a:rPr sz="2000">
                <a:latin typeface="Courier"/>
              </a:rPr>
              <a:t>tree_char</a:t>
            </a:r>
            <a:r>
              <a:rPr sz="2000"/>
              <a:t> identify the tree,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length_mm</a:t>
            </a:r>
            <a:r>
              <a:rPr sz="2000"/>
              <a:t> is the needle length.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Multiple needles per tree side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earlier in the course.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— Two Versions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the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swapped relative to the original file. From here on, </a:t>
            </a:r>
            <a:r>
              <a:rPr sz="2000" b="1">
                <a:latin typeface="Courier"/>
              </a:rPr>
              <a:t>ps_df</a:t>
            </a:r>
            <a:r>
              <a:rPr sz="2000"/>
              <a:t> (the switched version) is the dataset we’ll actually test — it’s the one that matches the field notes.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ps_df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 switched"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ps_df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95% CI, Sample A: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2.1”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</a:t>
                </a:r>
                <a:r>
                  <a:rPr sz="2000" i="1"/>
                  <a:t>Analysis of Biological Data</a:t>
                </a:r>
                <a:r>
                  <a:rPr sz="2000"/>
                  <a:t>, Ch. 11 — Inference for a Normal Population.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pooled variance = [(n₁−1)s₁² + (n₂−1)s₂²] / (n₁+n₂−2)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√(1/n₁ + 1/n₂): the pooled standard error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class pine needle dataset.</dc:description>
  <dcterms:created xsi:type="dcterms:W3CDTF">2026-08-21T18:22:48Z</dcterms:created>
  <dcterms:modified xsi:type="dcterms:W3CDTF">2026-08-21T18:22:48Z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6</vt:lpwstr>
  </property>
  <property fmtid="{D5CDD505-2E9C-101B-9397-08002B2CF9AE}" pid="12" name="resources">
    <vt:lpwstr/>
  </property>
  <property fmtid="{D5CDD505-2E9C-101B-9397-08002B2CF9AE}" pid="13" name="subtitle">
    <vt:lpwstr>Comparing means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