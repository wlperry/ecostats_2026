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last week’s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the grouping variable a </a:t>
            </a:r>
            <a:r>
              <a:rPr b="1"/>
              <a:t>factor</a:t>
            </a:r>
            <a:r>
              <a:rPr/>
              <a:t>? Is </a:t>
            </a:r>
            <a:r>
              <a:rPr>
                <a:latin typeface="Courier"/>
              </a:rPr>
              <a:t>lmerTest</a:t>
            </a:r>
            <a:r>
              <a:rPr/>
              <a:t> loaded (plain </a:t>
            </a:r>
            <a:r>
              <a:rPr>
                <a:latin typeface="Courier"/>
              </a:rPr>
              <a:t>lme4</a:t>
            </a:r>
            <a:r>
              <a:rPr/>
              <a:t> gives no p-values on purpose)? Are you calling </a:t>
            </a:r>
            <a:r>
              <a:rPr>
                <a:latin typeface="Courier"/>
              </a:rPr>
              <a:t>car::Anova()</a:t>
            </a:r>
            <a:r>
              <a:rPr/>
              <a:t> on the model rather than </a:t>
            </a:r>
            <a:r>
              <a:rPr>
                <a:latin typeface="Courier"/>
              </a:rPr>
              <a:t>anova()</a:t>
            </a:r>
            <a:r>
              <a:rPr/>
              <a:t>?</a:t>
            </a:r>
          </a:p>
          <a:p>
            <a:pPr lvl="0" indent="-342900" marL="342900">
              <a:buAutoNum type="arabicPeriod"/>
            </a:pPr>
            <a:r>
              <a:rPr b="1"/>
              <a:t>“boundary (singular) fit”</a:t>
            </a:r>
            <a:r>
              <a:rPr/>
              <a:t> → your random structure is too complex for the data, or that variance really is zero</a:t>
            </a:r>
          </a:p>
          <a:p>
            <a:pPr lvl="0" indent="-342900" marL="342900">
              <a:buAutoNum type="arabicPeriod"/>
            </a:pPr>
            <a:r>
              <a:rPr b="1"/>
              <a:t>“Model failed to converge”</a:t>
            </a:r>
            <a:r>
              <a:rPr/>
              <a:t> → try </a:t>
            </a:r>
            <a:r>
              <a:rPr>
                <a:latin typeface="Courier"/>
              </a:rPr>
              <a:t>control = lmerControl(optimizer = "bobyqa")</a:t>
            </a:r>
            <a:r>
              <a:rPr/>
              <a:t>, as we did here, or simplify the random effects</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2026-09-15T02:06:18Z</dcterms:created>
  <dcterms:modified xsi:type="dcterms:W3CDTF">2026-09-15T02:06:18Z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