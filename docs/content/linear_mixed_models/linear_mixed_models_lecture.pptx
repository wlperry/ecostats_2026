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1" Type="http://schemas.openxmlformats.org/officeDocument/2006/relationships/viewProps" Target="viewProps.xml" /><Relationship Id="rId30" Type="http://schemas.openxmlformats.org/officeDocument/2006/relationships/presProps" Target="presProps.xml" /><Relationship Id="rId1" Type="http://schemas.openxmlformats.org/officeDocument/2006/relationships/slideMaster" Target="slideMasters/slideMaster1.xml" /><Relationship Id="rId33" Type="http://schemas.openxmlformats.org/officeDocument/2006/relationships/tableStyles" Target="tableStyles.xml" /><Relationship Id="rId3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generalized linear models:</a:t>
            </a:r>
          </a:p>
          <a:p>
            <a:pPr lvl="0"/>
            <a:r>
              <a:rPr/>
              <a:t>The three elements of a GLM — distribution, predictors, link</a:t>
            </a:r>
          </a:p>
          <a:p>
            <a:pPr lvl="0"/>
            <a:r>
              <a:rPr/>
              <a:t>Poisson and negative binomial for counts; overdispersion</a:t>
            </a:r>
          </a:p>
          <a:p>
            <a:pPr lvl="0"/>
            <a:r>
              <a:rPr/>
              <a:t>Logistic regression and the odds ratio</a:t>
            </a:r>
          </a:p>
          <a:p>
            <a:pPr lvl="0" indent="0" marL="0">
              <a:buNone/>
            </a:pPr>
            <a:r>
              <a:rPr/>
              <a:t>Covered in week 9 — nested ANOVA, the traditional way:</a:t>
            </a:r>
          </a:p>
          <a:p>
            <a:pPr lvl="0"/>
            <a:r>
              <a:rPr/>
              <a:t>Factorial vs. nested designs,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we are building on</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a:p>
            <a:pPr lvl="0" indent="0" marL="1270000">
              <a:buNone/>
            </a:pPr>
            <a:r>
              <a:rPr sz="2000"/>
              <a:t>Last week changed the </a:t>
            </a:r>
            <a:r>
              <a:rPr sz="2000" i="1"/>
              <a:t>distribution</a:t>
            </a:r>
            <a:r>
              <a:rPr sz="2000"/>
              <a:t>; this week changes the </a:t>
            </a:r>
            <a:r>
              <a:rPr sz="2000" i="1"/>
              <a:t>error structure</a:t>
            </a:r>
            <a:r>
              <a:rPr sz="2000"/>
              <a:t>. Put both together and you get </a:t>
            </a:r>
            <a:r>
              <a:rPr sz="2000">
                <a:latin typeface="Courier"/>
              </a:rPr>
              <a:t>glmer()</a:t>
            </a:r>
            <a:r>
              <a:rPr sz="2000"/>
              <a: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week 9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week 9’s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2026-10-26T21:07:15Z</dcterms:created>
  <dcterms:modified xsi:type="dcterms:W3CDTF">2026-10-26T21:07:15Z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16</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11</vt:lpwstr>
  </property>
</Properties>
</file>