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1" Type="http://schemas.openxmlformats.org/officeDocument/2006/relationships/viewProps" Target="viewProps.xml" /><Relationship Id="rId30" Type="http://schemas.openxmlformats.org/officeDocument/2006/relationships/presProps" Target="presProps.xml" /><Relationship Id="rId1" Type="http://schemas.openxmlformats.org/officeDocument/2006/relationships/slideMaster" Target="slideMasters/slideMaster1.xml" /><Relationship Id="rId33" Type="http://schemas.openxmlformats.org/officeDocument/2006/relationships/tableStyles" Target="tableStyles.xml" /><Relationship Id="rId3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2026-10-19T15:51:07Z</dcterms:created>
  <dcterms:modified xsi:type="dcterms:W3CDTF">2026-10-19T15:51:07Z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