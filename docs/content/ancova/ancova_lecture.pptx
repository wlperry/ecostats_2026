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ANCOVA — Analysis of Covariance</dc:title>
  <dc:creator>Bill Perry</dc:creator>
  <cp:keywords/>
  <dc:description>Analysis of covariance mixing continuous and categorical predictors.</dc:description>
  <dcterms:created xsi:type="dcterms:W3CDTF">2026-07-06T00:56:41Z</dcterms:created>
  <dcterms:modified xsi:type="dcterms:W3CDTF">2026-07-06T00:56:41Z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15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8</vt:lpwstr>
  </property>
</Properties>
</file>