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— Analysis of Covariance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Covariates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ancova_lecture_files/figure-pptx/l15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ancova_lecture_files/figure-pptx/l15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ancova_lecture_files/figure-pptx/l15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ancova_lecture_files/figure-pptx/l15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ANCOVA — Analysis of Covariance</dc:title>
  <dc:creator>Bill Perry</dc:creator>
  <cp:keywords/>
  <dc:description>Analysis of covariance mixing continuous and categorical predictors.</dc:description>
  <dcterms:created xsi:type="dcterms:W3CDTF">2026-08-19T22:19:36Z</dcterms:created>
  <dcterms:modified xsi:type="dcterms:W3CDTF">2026-08-19T22:19:36Z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Covariates</vt:lpwstr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