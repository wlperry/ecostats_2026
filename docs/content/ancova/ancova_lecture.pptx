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Fit model with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urchin_data)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suture_width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  Sum Sq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0.0093295  1  104.97 2.828e-15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           0.0197876  1  222.63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0.0020070  2   11.29 6.064e-05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volume:treatment 0.0062129  2   34.95 4.453e-11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0.0058662 66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2026-08-21T15:07:49Z</dcterms:created>
  <dcterms:modified xsi:type="dcterms:W3CDTF">2026-08-21T15:07:49Z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Covariates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