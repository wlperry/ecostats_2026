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 — The Two Formulas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Steps 1 and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Steps 1–2 — Test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</a:t>
            </a:r>
            <a:r>
              <a:rPr>
                <a:latin typeface="Courier"/>
              </a:rPr>
              <a:t>THORAX:treatment</a:t>
            </a:r>
            <a:r>
              <a:rPr/>
              <a:t>) is </a:t>
            </a:r>
            <a:r>
              <a:rPr b="1"/>
              <a:t>0.9844</a:t>
            </a:r>
            <a:r>
              <a:rPr/>
              <a:t>.</a:t>
            </a:r>
          </a:p>
          <a:p>
            <a:pPr lvl="1"/>
            <a:r>
              <a:rPr/>
              <a:t>Since this is well &gt; 0.05, we conclude the slopes are homogeneous — the five treatment groups share a common relationship between thorax length and longevity.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— Fit the Additive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-3.93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-1.28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One virgin female daily   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virgin females daily   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One virgin female daily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Eight virgin females daily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 — Compact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opportunity on male fruitfly longevity using analysis of covariance (ANCOVA), with thorax length as a covariate. Before conducting the main analysis, we tested the homogeneity-of-slopes assumption and found no significant treatment × thorax length interaction (F₄,₁₁₅ = 0.09, P = 0.98),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21.75, P &lt; 0.001) and thorax length (F₁,₁₁₉ = 119.22, P &lt; 0.001) on longevity. Thorax length was positively associated with longevity.</a:t>
            </a:r>
          </a:p>
          <a:p>
            <a:pPr lvl="0" indent="0" marL="1270000">
              <a:buNone/>
            </a:pPr>
            <a:r>
              <a:rPr sz="2000"/>
              <a:t>After adjusting for body size, longevity declined with the number of </a:t>
            </a:r>
            <a:r>
              <a:rPr sz="2000" i="1"/>
              <a:t>virgin</a:t>
            </a:r>
            <a:r>
              <a:rPr sz="2000"/>
              <a:t> females a male was housed with (adjusted mean ± SE: 54.5 ± 2.11 days for one virgin female and 41.6 ± 2.12 days for eight, versus 61.5 ± 2.11 days for males housed alone). Males housed with </a:t>
            </a:r>
            <a:r>
              <a:rPr sz="2000" b="1"/>
              <a:t>inseminated</a:t>
            </a:r>
            <a:r>
              <a:rPr sz="2000"/>
              <a:t> females — which do not mate — did not differ from males housed alone (64.2 ± 2.10 and 65.4 ± 2.11 days; Tukey P = 0.90 and P = 0.68). Six of the ten pairwise comparisons were significant at P &lt; 0.05; the four that were not all involved comparisons among the no-female and inseminated-female groups.”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Why the inseminated-female groups are the point of the design</a:t>
            </a:r>
          </a:p>
          <a:p>
            <a:pPr lvl="0" indent="0" marL="1270000">
              <a:buNone/>
            </a:pPr>
            <a:r>
              <a:rPr sz="2000"/>
              <a:t>Newly inseminated females will not mate. Males housed with them get the </a:t>
            </a:r>
            <a:r>
              <a:rPr sz="2000" i="1"/>
              <a:t>presence</a:t>
            </a:r>
            <a:r>
              <a:rPr sz="2000"/>
              <a:t> of females without the </a:t>
            </a:r>
            <a:r>
              <a:rPr sz="2000" i="1"/>
              <a:t>mating</a:t>
            </a:r>
            <a:r>
              <a:rPr sz="2000"/>
              <a:t>. Those groups are the control that isolates the cost of mating itself from the cost of simply having company — and they show no reduction in longevity at all.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2026-09-23T17:36:44Z</dcterms:created>
  <dcterms:modified xsi:type="dcterms:W3CDTF">2026-09-23T17:36:44Z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17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