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0.0093295  1  104.97 2.828e-15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0.0197876  1  222.63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2026-08-21T18:19:26Z</dcterms:created>
  <dcterms:modified xsi:type="dcterms:W3CDTF">2026-08-21T18:19:26Z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