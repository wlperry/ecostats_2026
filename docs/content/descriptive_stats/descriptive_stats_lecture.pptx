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a first look, not a final answer. It doesn’t know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  <a:r>
              <a:rPr sz="2000"/>
              <a:t> — 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2026-08-24T18:43:06Z</dcterms:created>
  <dcterms:modified xsi:type="dcterms:W3CDTF">2026-08-24T18:43:06Z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