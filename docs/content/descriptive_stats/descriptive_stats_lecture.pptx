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(lee_lengths)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(lee_lengths)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(lee_lengths)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(lee_lengths)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Module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Module 4’s boxplots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a first look, not a final answer. It doesn’t know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  <a:r>
              <a:rPr sz="2000"/>
              <a:t> — 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Module 2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Module 2’s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Module 2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2026-08-20T19:19:24Z</dcterms:created>
  <dcterms:modified xsi:type="dcterms:W3CDTF">2026-08-20T19:19:24Z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