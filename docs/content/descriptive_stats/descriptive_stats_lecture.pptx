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2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lee and windward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lee (</a:t>
            </a:r>
            <a:r>
              <a:rPr sz="2000">
                <a:latin typeface="Courier"/>
              </a:rPr>
              <a:t>n</a:t>
            </a:r>
            <a:r>
              <a:rPr sz="2000"/>
              <a:t>) vs. windward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n_lee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n_wind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(se_lee,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(se_wind,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Lee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Lee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lee-vs-windward pattern, or do some disagree?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4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Mean, median, variance, standard deviation, and standard error; the length() trap and the sum(!is.na()) fix; and getting tidy per-group summaries with group_by() + summarize() — all on the pine needle dataset.</dc:description>
  <dcterms:created xsi:type="dcterms:W3CDTF">2026-08-20T18:25:59Z</dcterms:created>
  <dcterms:modified xsi:type="dcterms:W3CDTF">2026-08-20T18:25:59Z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