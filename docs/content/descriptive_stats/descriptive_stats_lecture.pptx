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shady (</a:t>
            </a:r>
            <a:r>
              <a:rPr sz="2000">
                <a:latin typeface="Courier"/>
              </a:rPr>
              <a:t>n</a:t>
            </a:r>
            <a:r>
              <a:rPr sz="2000"/>
              <a:t>) vs. sunny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</a:t>
            </a:r>
            <a:br/>
            <a:r>
              <a:rPr sz="2000"/>
              <a:t>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shady_lengths))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note base r rounding is really odd - use round_half_up from janitor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n_shady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n_sunny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Shady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Shady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2026-08-28T18:17:22Z</dcterms:created>
  <dcterms:modified xsi:type="dcterms:W3CDTF">2026-08-28T18:17:22Z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