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3: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lee_lengths</a:t>
            </a:r>
            <a:r>
              <a:rPr/>
              <a:t>? In </a:t>
            </a:r>
            <a:r>
              <a:rPr>
                <a:latin typeface="Courier"/>
              </a:rPr>
              <a:t>wind_lengths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Lee   — mean vs. median: ________________________
Wind 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lee or windward? How do you know?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wind_lengths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Describing Your Data</dc:title>
  <dc:creator>Bill Perry</dc:creator>
  <cp:keywords/>
  <dc:description>Hands-on worksheet: mean, median, variance, SD, SE, the length() trap, and group_by() + summarize().</dc:description>
  <dcterms:created xsi:type="dcterms:W3CDTF">2026-08-20T18:26:00Z</dcterms:created>
  <dcterms:modified xsi:type="dcterms:W3CDTF">2026-08-20T18:26:00Z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