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shady_lengths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  <a:br/>
            <a:br/>
            <a:r>
              <a:rPr/>
              <a:t>In </a:t>
            </a:r>
            <a:r>
              <a:rPr>
                <a:latin typeface="Courier"/>
              </a:rPr>
              <a:t>sunny_lengths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
Shady — mean vs. median: ________________________
Sunny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shady or sunny?</a:t>
            </a:r>
            <a:br/>
            <a:r>
              <a:rPr/>
              <a:t>How do you know?</a:t>
            </a:r>
            <a:br/>
            <a:br/>
            <a:r>
              <a:rPr>
                <a:latin typeface="Courier"/>
              </a:rPr>
              <a:t>______________________________________________________________________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sunny_lengths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>
              <a:buNone/>
            </a:pPr>
            <a:r>
              <a:rPr>
                <a:latin typeface="Courier"/>
              </a:rPr>
              <a:t>
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IQR(shady_lengths)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quantile(shady_lengths, 0.75) - quantile(shady_lengths,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sunny_lengths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</a:t>
            </a:r>
            <a:br/>
            <a:br/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</a:t>
            </a:r>
            <a:br/>
            <a:r>
              <a:rPr>
                <a:latin typeface="Courier"/>
              </a:rPr>
              <a:t>____________________________________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</a:t>
            </a:r>
            <a:br/>
            <a:r>
              <a:rPr/>
              <a:t>Does that match what you’d expect from the cutoffs (16 and 20)?</a:t>
            </a:r>
            <a:br/>
            <a:br/>
            <a:r>
              <a:rPr>
                <a:latin typeface="Courier"/>
              </a:rPr>
              <a:t>__________________________________________________________________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br/>
            <a:br/>
            <a:r>
              <a:rPr/>
              <a:t>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2026-08-26T17:11:57Z</dcterms:created>
  <dcterms:modified xsi:type="dcterms:W3CDTF">2026-08-26T17:11:57Z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