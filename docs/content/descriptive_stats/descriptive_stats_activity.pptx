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shady_lengths</a:t>
            </a:r>
            <a:r>
              <a:rPr/>
              <a:t>? In </a:t>
            </a:r>
            <a:r>
              <a:rPr>
                <a:latin typeface="Courier"/>
              </a:rPr>
              <a:t>sunny_lengths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Shady — mean vs. median: ________________________
Sunny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shady or sunny?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sunny_lengths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IQR(shady_lengths)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quantile(shady_lengths, 0.75) - quantile(shady_lengths,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sunny_lengths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 Does that match what you’d expect from the cutoffs (16 and 20)?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Wrangling Your Data.</dc:description>
  <dcterms:created xsi:type="dcterms:W3CDTF">2026-08-24T18:43:00Z</dcterms:created>
  <dcterms:modified xsi:type="dcterms:W3CDTF">2026-08-24T18:43:00Z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