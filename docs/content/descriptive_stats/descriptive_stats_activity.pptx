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(lee_lengths)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wind_lengths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IQR(lee_lengths)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quantile(lee_lengths, 0.75) - quantile(lee_lengths,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 Does that match what you’d expect from the cutoffs (16 and 20)?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2026-08-21T15:10:14Z</dcterms:created>
  <dcterms:modified xsi:type="dcterms:W3CDTF">2026-08-21T15:10:14Z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