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correlation_linear_models_lecture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correlation_linear_models_lecture_files/figure-pptx/l09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correlation_linear_models_lecture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correlation_linear_models_lecture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correlation_linear_models_lecture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correlation_linear_models_lecture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correlation_linear_models_lecture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correlation_linear_models_lecture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correlation_linear_models_lecture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correlation_linear_models_lecture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correlation_linear_models_lecture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correlation_linear_models_lecture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correlation_linear_models_lecture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correlation_linear_models_lecture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correlation_linear_models_lecture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vs Linear Models</dc:title>
  <dc:creator>Bill Perry</dc:creator>
  <cp:keywords/>
  <dc:description>Correlation and simple linear regression.</dc:description>
  <dcterms:created xsi:type="dcterms:W3CDTF">2026-08-20T14:37:29Z</dcterms:created>
  <dcterms:modified xsi:type="dcterms:W3CDTF">2026-08-20T14:37:29Z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subtitle">
    <vt:lpwstr>Relationships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