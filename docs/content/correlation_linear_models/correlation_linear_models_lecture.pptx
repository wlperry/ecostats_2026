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unnamed-chunk-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Often implies a cause-effect relationship</a:t>
            </a:r>
          </a:p>
          <a:p>
            <a:pPr lvl="0"/>
            <a:r>
              <a:rPr/>
              <a:t>Produces an equation for prediction, with slope and intercept parameters</a:t>
            </a:r>
          </a:p>
        </p:txBody>
      </p:sp>
      <p:pic>
        <p:nvPicPr>
          <p:cNvPr descr="correlation_linear_models_lecture_files/figure-pptx/unnamed-chunk-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unnamed-chunk-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unnamed-chunk-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unnamed-chunk-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unnamed-chunk-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unnamed-chunk-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unnamed-chunk-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 </a:t>
            </a:r>
            <a:r>
              <a:rPr b="1"/>
              <a:t>Linearity</a:t>
            </a:r>
            <a:r>
              <a:rPr/>
              <a:t> — how does this plot work?</a:t>
            </a:r>
          </a:p>
        </p:txBody>
      </p:sp>
      <p:pic>
        <p:nvPicPr>
          <p:cNvPr descr="correlation_linear_models_lecture_files/figure-pptx/unnamed-chunk-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pic>
        <p:nvPicPr>
          <p:cNvPr descr="correlation_linear_models_lecture_files/figure-pptx/unnamed-chunk-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2026-08-28T18:17:14Z</dcterms:created>
  <dcterms:modified xsi:type="dcterms:W3CDTF">2026-08-28T18:17:14Z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10</vt:lpwstr>
  </property>
  <property fmtid="{D5CDD505-2E9C-101B-9397-08002B2CF9AE}" pid="12" name="resources">
    <vt:lpwstr/>
  </property>
  <property fmtid="{D5CDD505-2E9C-101B-9397-08002B2CF9AE}" pid="13" name="subtitle">
    <vt:lpwstr>Relationships</vt:lpwstr>
  </property>
  <property fmtid="{D5CDD505-2E9C-101B-9397-08002B2CF9AE}" pid="14" name="toc-title">
    <vt:lpwstr>Table of contents</vt:lpwstr>
  </property>
  <property fmtid="{D5CDD505-2E9C-101B-9397-08002B2CF9AE}" pid="15" name="week">
    <vt:lpwstr>6</vt:lpwstr>
  </property>
</Properties>
</file>