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seven</a:t>
            </a:r>
            <a:r>
              <a:rPr/>
              <a:t> of those things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looks like the strongest story in the dataset: every extra step of grazing intensity costs about </a:t>
            </a:r>
            <a:r>
              <a:rPr b="1"/>
              <a:t>5 birds</a:t>
            </a:r>
            <a:r>
              <a:rPr/>
              <a:t>, at p = 6.90e-09.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with p predictors instead of one: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Mean squares are variances, so they do not grow with n — which is why the F-ratio is built from them and not from the sums of squares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b="1"/>
                  <a:t> on all the </a:t>
                </a:r>
                <a:r>
                  <a:rPr b="1" i="1"/>
                  <a:t>other</a:t>
                </a:r>
                <a:r>
                  <a:rPr b="1"/>
                  <a:t> predictors</a:t>
                </a:r>
                <a:r>
                  <a:rPr/>
                  <a:t>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the Reference Yourself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all identical whichever level is the reference. But it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, so putting it first makes every other coefficient “birds lost relative to the least-grazed patches.”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Any time a factor enters a model, set its reference level </a:t>
            </a:r>
            <a:r>
              <a:rPr sz="2000" b="1"/>
              <a:t>on purpose</a:t>
            </a:r>
            <a:r>
              <a:rPr sz="2000"/>
              <a:t>, in the same line where you create the factor.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fct_relevel()</a:t>
            </a:r>
            <a:r>
              <a:rPr sz="2000"/>
              <a:t> moves the levels you name to the front and leaves the rest in place, so naming just the control is enough: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 b="1"/>
              <a:t>nested</a:t>
            </a:r>
            <a:r>
              <a:rPr/>
              <a:t> models: one whose predictors are a subset of the other’s.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three different ways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is it </a:t>
            </a:r>
            <a:r>
              <a:rPr>
                <a:latin typeface="Courier"/>
              </a:rPr>
              <a:t>y ~ x1 + x2</a:t>
            </a:r>
            <a:r>
              <a:rPr/>
              <a:t> (additive) or </a:t>
            </a:r>
            <a:r>
              <a:rPr>
                <a:latin typeface="Courier"/>
              </a:rPr>
              <a:t>y ~ x1 * x2</a:t>
            </a:r>
            <a:r>
              <a:rPr/>
              <a:t> (interaction)? Is </a:t>
            </a:r>
            <a:r>
              <a:rPr>
                <a:latin typeface="Courier"/>
              </a:rPr>
              <a:t>car</a:t>
            </a:r>
            <a:r>
              <a:rPr/>
              <a:t> loaded for </a:t>
            </a:r>
            <a:r>
              <a:rPr>
                <a:latin typeface="Courier"/>
              </a:rPr>
              <a:t>vif()</a:t>
            </a:r>
            <a:r>
              <a:rPr/>
              <a:t> and </a:t>
            </a:r>
            <a:r>
              <a:rPr>
                <a:latin typeface="Courier"/>
              </a:rPr>
              <a:t>Anova()</a:t>
            </a:r>
            <a:r>
              <a:rPr/>
              <a:t>? Are you comparing models fitted to the </a:t>
            </a:r>
            <a:r>
              <a:rPr b="1"/>
              <a:t>same rows</a:t>
            </a:r>
            <a:r>
              <a:rPr/>
              <a:t> — an </a:t>
            </a:r>
            <a:r>
              <a:rPr>
                <a:latin typeface="Courier"/>
              </a:rPr>
              <a:t>NA</a:t>
            </a:r>
            <a:r>
              <a:rPr/>
              <a:t> in one predictor silently drops that row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2026-09-30T18:10:57Z</dcterms:created>
  <dcterms:modified xsi:type="dcterms:W3CDTF">2026-09-30T18:10:57Z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