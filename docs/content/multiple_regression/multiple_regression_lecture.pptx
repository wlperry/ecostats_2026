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multiple_regression_lecture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multiple_regression_lecture_files/figure-pptx/l10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l10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r><m:rPr><m:sty m:val="p" /></m:rPr><m:t>(</m:t></m:r></m:e></m:nary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multiple_regression_lecture_files/figure-pptx/l10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multiple_regression_lecture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multiple_regression_lecture_files/figure-pptx/l10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multiple_regression_lecture_files/figure-pptx/l10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Residual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Multiple linear regression and interpretation.</dc:description>
  <dcterms:created xsi:type="dcterms:W3CDTF">2026-08-19T22:21:49Z</dcterms:created>
  <dcterms:modified xsi:type="dcterms:W3CDTF">2026-08-19T22:21:49Z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Several predictors</vt:lpwstr>
  </property>
  <property fmtid="{D5CDD505-2E9C-101B-9397-08002B2CF9AE}" pid="13" name="toc-title">
    <vt:lpwstr>Table of contents</vt:lpwstr>
  </property>
  <property fmtid="{D5CDD505-2E9C-101B-9397-08002B2CF9AE}" pid="14" name="week">
    <vt:lpwstr>7</vt:lpwstr>
  </property>
</Properties>
</file>