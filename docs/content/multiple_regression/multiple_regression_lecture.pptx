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Stock photo of a frustrated man in a suit punching through a laptop screen, used humorously to illustrate the frustration multiple regression’s challenges (overfitting, multicollinearity, model selection) can cause.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698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622800"/>
            <a:ext cx="600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 console output for a linear model regressing total net primary productivity on mean annual temperature, mean annual precipitation, and a three-level fertility factor (High reference, Low, Med), showing the coefficient table with all predictors highly significant (p &lt; 0.001) and dummy-variable coefficients of 205.16 for Low and 116.33 for Medium fertility relative to High.</a:t>
            </a:r>
          </a:p>
        </p:txBody>
      </p:sp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168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Boxplot of net primary productivity by fertility category (High, Low, Med), showing the Low fertility group with the highest median productivity, matching the positive dummy-variable coefficients shown in the accompanying regression output.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2026-08-26T17:12:54Z</dcterms:created>
  <dcterms:modified xsi:type="dcterms:W3CDTF">2026-08-26T17:12:54Z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