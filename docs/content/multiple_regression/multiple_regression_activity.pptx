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1220 Columns: 8
── Column specification ────────────────────────────────────────────────────────
Delimiter: ","
chr (1): leaf
dbl (7): npp, age, biomass, season, temp, precip, teb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26.6.2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xfun_0.60          insight_1.5.2      lattice_0.22-9    
 [5] tzdb_0.5.0         vctrs_0.7.3        tools_4.6.1        generics_0.1.4    
 [9] stats4_4.6.1       parallel_4.6.1     pkgconfig_2.0.3    Matrix_1.7-6      
[13] RColorBrewer_1.1-3 S7_0.2.2           lifecycle_1.0.5    compiler_4.6.1    
[17] farver_2.1.2       codetools_0.2-20   htmltools_0.5.9    yaml_2.3.12       
[21] Formula_1.2-6      pillar_1.11.1      crayon_1.5.3       abind_1.4-8       
[25] nlme_3.1-170       ggstats_0.13.0     tidyselect_1.2.1   digest_0.6.39     
[29] stringi_1.8.9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rlang_1.3.0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2026-08-20T18:24:54Z</dcterms:created>
  <dcterms:modified xsi:type="dcterms:W3CDTF">2026-08-20T18:24:54Z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Several predictors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