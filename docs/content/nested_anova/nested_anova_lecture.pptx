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low, medium, high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(none = removed, low = control, medium = 33% of original density, high = 66% of original density)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high  1         1     0
## 2 high  1         2     0
## 3 high  1         3     0
## 4 high  1         4     6
## 5 high  1         5     2
## 6 high  2         1     0
## 
## 
## Treatment levels:
## [1] "none"   "low"    "medium" "high"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 n  mean    sd    se   min   max
##   &lt;fct&gt;  &lt;int&gt; &lt;dbl&gt; &lt;dbl&gt; &lt;dbl&gt; &lt;dbl&gt; &lt;dbl&gt;
## 1 none      20  39.2 28.7  6.41      0    83
## 2 low       20  21.6 25.1  5.62      0    79
## 3 medium    20  19   25.7  5.74      0    71
## 4 high 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treat:patch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2026-08-28T18:18:51Z</dcterms:created>
  <dcterms:modified xsi:type="dcterms:W3CDTF">2026-08-28T18:18:51Z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14</vt:lpwstr>
  </property>
  <property fmtid="{D5CDD505-2E9C-101B-9397-08002B2CF9AE}" pid="14" name="resources">
    <vt:lpwstr/>
  </property>
  <property fmtid="{D5CDD505-2E9C-101B-9397-08002B2CF9AE}" pid="15" name="subtitle">
    <vt:lpwstr>Hierarchical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