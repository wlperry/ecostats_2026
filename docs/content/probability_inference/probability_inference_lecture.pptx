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9" Type="http://schemas.openxmlformats.org/officeDocument/2006/relationships/viewProps" Target="viewProps.xml" /><Relationship Id="rId38" Type="http://schemas.openxmlformats.org/officeDocument/2006/relationships/presProps" Target="presProps.xml" /><Relationship Id="rId1" Type="http://schemas.openxmlformats.org/officeDocument/2006/relationships/slideMaster" Target="slideMasters/slideMaster1.xml" /><Relationship Id="rId41" Type="http://schemas.openxmlformats.org/officeDocument/2006/relationships/tableStyles" Target="tableStyles.xml" /><Relationship Id="rId4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Probability &amp;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Foundations of inference</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probability_inference_lecture_files/figure-pptx/l04-0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2 — Random Variables and Probability Distributions.</a:t>
            </a:r>
          </a:p>
        </p:txBody>
      </p:sp>
      <p:pic>
        <p:nvPicPr>
          <p:cNvPr descr="probability_inference_lecture_files/figure-pptx/l04-04-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10 — The Normal Distribution.</a:t>
            </a:r>
          </a:p>
        </p:txBody>
      </p:sp>
      <p:pic>
        <p:nvPicPr>
          <p:cNvPr descr="probability_inference_lecture_files/figure-pptx/l04-05-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probability_inference_lecture_files/figure-pptx/l04-07-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probability_inference_lecture_files/figure-pptx/l04-09-1.png" id="0" name="Picture 1"/>
          <p:cNvPicPr>
            <a:picLocks noGrp="1" noChangeAspect="1"/>
          </p:cNvPicPr>
          <p:nvPr/>
        </p:nvPicPr>
        <p:blipFill>
          <a:blip r:embed="rId2"/>
          <a:stretch>
            <a:fillRect/>
          </a:stretch>
        </p:blipFill>
        <p:spPr bwMode="auto">
          <a:xfrm>
            <a:off x="5295900" y="1295400"/>
            <a:ext cx="29464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probability_inference_lecture_files/figure-pptx/l04-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probability_inference_lecture_files/figure-pptx/l04-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probability_inference_lecture_files/figure-pptx/l04-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probability_inference_lecture_files/figure-pptx/l04-1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281.4 mm
 Standard deviation: 24.38 mm
 Standard error: 7.71 mm
 95% CI using z: 266.3 to 296.5 mm
 95% CI using t: 264 to 298.8 mm
 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 to Hypothesis Testing (One-Tailed)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a:p>
            <a:pPr lvl="0" indent="0" marL="1270000">
              <a:buNone/>
            </a:pPr>
            <a:r>
              <a:rPr sz="2000" b="1"/>
              <a:t>Note</a:t>
            </a:r>
          </a:p>
          <a:p>
            <a:pPr lvl="0" indent="0" marL="1270000">
              <a:buNone/>
            </a:pPr>
            <a:r>
              <a:rPr sz="2000" b="1"/>
              <a:t>📖 Reference</a:t>
            </a:r>
          </a:p>
          <a:p>
            <a:pPr lvl="0" indent="0" marL="1270000">
              <a:buNone/>
            </a:pPr>
            <a:r>
              <a:rPr sz="2000"/>
              <a:t>Gotelli &amp; Ellison, Ch. 4 — Framing and Testing Hypotheses.</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 to Hypothesis Testing (One-Tailed)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probability_inference_lecture_files/figure-pptx/l04-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Testing (Two-Tailed)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Testing (Two-Tailed)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probability_inference_lecture_files/figure-pptx/l04-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probability_inference_lecture_files/figure-pptx/l04-2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probability_inference_lecture_files/figure-pptx/l04-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What It Means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probability_inference_lecture_files/figure-pptx/l04-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7: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probability_inference_lecture_files/figure-pptx/l04-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Probability &amp; Inference</dc:title>
  <dc:creator>Bill Perry</dc:creator>
  <cp:keywords/>
  <dc:description>Probability distributions, the standard normal and t-distributions, Z-scores, confidence intervals, one- and two-tailed hypothesis testing, p-values, and Type I/II error — on the Arctic grayling length dataset.</dc:description>
  <dcterms:created xsi:type="dcterms:W3CDTF">2026-08-21T15:08:32Z</dcterms:created>
  <dcterms:modified xsi:type="dcterms:W3CDTF">2026-08-21T15:08:32Z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5</vt:lpwstr>
  </property>
  <property fmtid="{D5CDD505-2E9C-101B-9397-08002B2CF9AE}" pid="12" name="resources">
    <vt:lpwstr/>
  </property>
  <property fmtid="{D5CDD505-2E9C-101B-9397-08002B2CF9AE}" pid="13" name="subtitle">
    <vt:lpwstr>Foundations of inference</vt:lpwstr>
  </property>
  <property fmtid="{D5CDD505-2E9C-101B-9397-08002B2CF9AE}" pid="14" name="toc-title">
    <vt:lpwstr>Table of contents</vt:lpwstr>
  </property>
  <property fmtid="{D5CDD505-2E9C-101B-9397-08002B2CF9AE}" pid="15" name="week">
    <vt:lpwstr>3</vt:lpwstr>
  </property>
</Properties>
</file>