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Probability &amp;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Foundations of inference</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probability_inference_lecture_files/figure-pptx/l04-0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probability_inference_lecture_files/figure-pptx/l04-0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probability_inference_lecture_files/figure-pptx/l04-0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probability_inference_lecture_files/figure-pptx/l04-0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probability_inference_lecture_files/figure-pptx/l04-0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probability_inference_lecture_files/figure-pptx/l04-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probability_inference_lecture_files/figure-pptx/l04-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probability_inference_lecture_files/figure-pptx/l04-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latin typeface="Courier"/>
              </a:rPr>
              <a:t>[1] 0.8887676</a:t>
            </a:r>
          </a:p>
          <a:p>
            <a:pPr lvl="0" indent="0">
              <a:buNone/>
            </a:pPr>
            <a:r>
              <a:rPr>
                <a:latin typeface="Courier"/>
              </a:rPr>
              <a:t>[1] 0.1112324</a:t>
            </a:r>
          </a:p>
          <a:p>
            <a:pPr lvl="0" indent="0">
              <a:buNone/>
            </a:pPr>
            <a:r>
              <a:rPr>
                <a:latin typeface="Courier"/>
              </a:rPr>
              <a:t>[1] 0.9544997</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latin typeface="Courier"/>
              </a:rPr>
              <a:t>Only 5% of fish are longer than: 312.2 mm</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probability_inference_lecture_files/figure-pptx/l04-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sz="2000">
                    <a:latin typeface="Courier"/>
                  </a:rPr>
                  <a:t>Mean: 270.4 mm</a:t>
                </a:r>
              </a:p>
              <a:p>
                <a:pPr lvl="0" indent="0">
                  <a:buNone/>
                </a:pPr>
                <a:r>
                  <a:rPr sz="2000">
                    <a:latin typeface="Courier"/>
                  </a:rPr>
                  <a:t>Standard deviation: 17.52 mm</a:t>
                </a:r>
              </a:p>
              <a:p>
                <a:pPr lvl="0" indent="0">
                  <a:buNone/>
                </a:pPr>
                <a:r>
                  <a:rPr sz="2000">
                    <a:latin typeface="Courier"/>
                  </a:rPr>
                  <a:t>Standard error: 5.54 mm</a:t>
                </a:r>
              </a:p>
              <a:p>
                <a:pPr lvl="0" indent="0">
                  <a:buNone/>
                </a:pPr>
                <a:r>
                  <a:rPr sz="2000">
                    <a:latin typeface="Courier"/>
                  </a:rPr>
                  <a:t>95% CI using z: 259.5 to 281.3 mm</a:t>
                </a:r>
              </a:p>
              <a:p>
                <a:pPr lvl="0" indent="0">
                  <a:buNone/>
                </a:pPr>
                <a:r>
                  <a:rPr sz="2000">
                    <a:latin typeface="Courier"/>
                  </a:rPr>
                  <a:t>95% CI using t: 257.9 to 282.9 mm</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probability_inference_lecture_files/figure-pptx/l04-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probability_inference_lecture_files/figure-pptx/l04-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sz="2000">
                <a:latin typeface="Courier"/>
              </a:rPr>
              <a:t>Mean: 265.6 mm</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probability_inference_lecture_files/figure-pptx/l04-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probability_inference_lecture_files/figure-pptx/l04-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probability_inference_lecture_files/figure-pptx/l04-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probability_inference_lecture_files/figure-pptx/l04-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Probability &amp; Inference</dc:title>
  <dc:creator>Bill Perry</dc:creator>
  <cp:keywords/>
  <dc:description>Probability distributions and the logic of statistical inference.</dc:description>
  <dcterms:created xsi:type="dcterms:W3CDTF">2026-08-19T22:20:17Z</dcterms:created>
  <dcterms:modified xsi:type="dcterms:W3CDTF">2026-08-19T22:20:17Z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order">
    <vt:lpwstr>5</vt:lpwstr>
  </property>
  <property fmtid="{D5CDD505-2E9C-101B-9397-08002B2CF9AE}" pid="11" name="resources">
    <vt:lpwstr/>
  </property>
  <property fmtid="{D5CDD505-2E9C-101B-9397-08002B2CF9AE}" pid="12" name="subtitle">
    <vt:lpwstr>Foundations of inference</vt:lpwstr>
  </property>
  <property fmtid="{D5CDD505-2E9C-101B-9397-08002B2CF9AE}" pid="13" name="toc-title">
    <vt:lpwstr>Table of contents</vt:lpwstr>
  </property>
  <property fmtid="{D5CDD505-2E9C-101B-9397-08002B2CF9AE}" pid="14" name="week">
    <vt:lpwstr>3</vt:lpwstr>
  </property>
</Properties>
</file>