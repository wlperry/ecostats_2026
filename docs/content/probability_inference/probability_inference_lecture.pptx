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264.7 mm
 Standard deviation: 33.03 mm
 Standard error: 10.44 mm
 95% CI using z: 244.2 to 285.2 mm
 95% CI using t: 241.1 to 288.3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2026-08-20T19:17:04Z</dcterms:created>
  <dcterms:modified xsi:type="dcterms:W3CDTF">2026-08-20T19:17:04Z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5</vt:lpwstr>
  </property>
  <property fmtid="{D5CDD505-2E9C-101B-9397-08002B2CF9AE}" pid="11" name="resources">
    <vt:lpwstr/>
  </property>
  <property fmtid="{D5CDD505-2E9C-101B-9397-08002B2CF9AE}" pid="12" name="subtitle">
    <vt:lpwstr>Foundations of inference</vt:lpwstr>
  </property>
  <property fmtid="{D5CDD505-2E9C-101B-9397-08002B2CF9AE}" pid="13" name="toc-title">
    <vt:lpwstr>Table of contents</vt:lpwstr>
  </property>
  <property fmtid="{D5CDD505-2E9C-101B-9397-08002B2CF9AE}" pid="14" name="week">
    <vt:lpwstr>3</vt:lpwstr>
  </property>
</Properties>
</file>