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92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00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295400"/>
            <a:ext cx="1879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Effect Sizes (Eta-squared):
##        Effect Eta_Squared
## 1     Species  0.67696748
## 2         Sex  0.16968160
## 3 Interaction  0.01290854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unnamed-chunk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unnamed-chunk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(Type III):"
##        Effect Eta_Squared
## 1     Species      0.6947
## 2         Sex      0.1450
## 3 Interaction      0.0081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38878897
## 
## 
## Sum of main effects: 184069116
## Actual between SS: 183957038
## 
## 
## Difference (due to correlation):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(Male - Female)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unnamed-chunk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unnamed-chunk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2026-08-21T18:43:44Z</dcterms:created>
  <dcterms:modified xsi:type="dcterms:W3CDTF">2026-08-21T18:43:44Z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Factorial designs</vt:lpwstr>
  </property>
  <property fmtid="{D5CDD505-2E9C-101B-9397-08002B2CF9AE}" pid="15" name="toc-title">
    <vt:lpwstr>Table of contents</vt:lpwstr>
  </property>
  <property fmtid="{D5CDD505-2E9C-101B-9397-08002B2CF9AE}" pid="16" name="week">
    <vt:lpwstr>7</vt:lpwstr>
  </property>
</Properties>
</file>