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00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295400"/>
            <a:ext cx="1879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unnamed-chunk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unnamed-chunk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2026-08-21T15:10:05Z</dcterms:created>
  <dcterms:modified xsi:type="dcterms:W3CDTF">2026-08-21T15:10:05Z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Factorial designs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