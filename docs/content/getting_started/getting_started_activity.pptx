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14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sheltered/lee</a:t>
            </a:r>
            <a:r>
              <a:rPr/>
              <a:t> side and the </a:t>
            </a:r>
            <a:r>
              <a:rPr b="1"/>
              <a:t>exposed/windward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lee/wind?):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Module 2.)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wind: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wind</a:t>
            </a:r>
            <a:r>
              <a:rPr/>
              <a:t>. Do they ever disagree (n paired with wind, or s paired with lee)?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wind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12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Hands-on worksheet: forming a testable question, organizing a project, and writing your first R script and ggplot.</dc:description>
  <dcterms:created xsi:type="dcterms:W3CDTF">2026-08-19T20:20:17Z</dcterms:created>
  <dcterms:modified xsi:type="dcterms:W3CDTF">2026-08-19T20:20:17Z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