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makes something science?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is the raw material — treat it that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Wrangling Your Data,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Wrangling Your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is the engine, Positron is the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Bring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Wrangling Your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Wrangling Your Data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2026-08-21T15:10:54Z</dcterms:created>
  <dcterms:modified xsi:type="dcterms:W3CDTF">2026-08-21T15:10:54Z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