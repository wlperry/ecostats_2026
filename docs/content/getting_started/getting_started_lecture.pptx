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ways of reasoning toward that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folder per project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calculator, and storing values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Names, comments, and functions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Vectors, data types, and scripts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 — extending what R can do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Look before you trust 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Your first plot: </a:t>
            </a:r>
            <a:r>
              <a:rPr b="1">
                <a:latin typeface="Courier"/>
              </a:rPr>
              <a:t>ggplot</a:t>
            </a:r>
            <a:r>
              <a:rPr b="1"/>
              <a:t>, built in layers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layer at a time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2026-08-19T22:23:34Z</dcterms:created>
  <dcterms:modified xsi:type="dcterms:W3CDTF">2026-08-19T22:23:34Z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