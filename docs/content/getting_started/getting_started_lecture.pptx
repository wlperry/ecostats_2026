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0">
              <a:buNone/>
            </a:pPr>
            <a:r>
              <a:rPr>
                <a:hlinkClick r:id="rId2"/>
              </a:rPr>
              <a:t>📖 R4DS §8 — Workflow: getting help</a:t>
            </a:r>
            <a:r>
              <a:rPr/>
              <a:t> shows how to write a question others can actually answer.</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2026-09-30T15:10:22Z</dcterms:created>
  <dcterms:modified xsi:type="dcterms:W3CDTF">2026-09-30T15:10:22Z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