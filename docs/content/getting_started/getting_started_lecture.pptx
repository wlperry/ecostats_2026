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br/>
            <a:r>
              <a:rPr sz="2000"/>
              <a:t>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north/shady</a:t>
            </a:r>
            <a:r>
              <a:rPr/>
              <a:t> side of a tree vs. the </a:t>
            </a:r>
            <a:r>
              <a:rPr b="1"/>
              <a:t>south/sunny</a:t>
            </a:r>
            <a:r>
              <a:rPr/>
              <a:t> side:</a:t>
            </a:r>
          </a:p>
          <a:p>
            <a:pPr lvl="0"/>
            <a:r>
              <a:rPr b="1"/>
              <a:t>Question:</a:t>
            </a:r>
          </a:p>
          <a:p>
            <a:pPr lvl="0"/>
            <a:r>
              <a:rPr b="1"/>
              <a:t>Prediction:</a:t>
            </a:r>
          </a:p>
          <a:p>
            <a:pPr lvl="0"/>
            <a:r>
              <a:rPr b="1"/>
              <a:t>H₀ (null):</a:t>
            </a:r>
          </a:p>
          <a:p>
            <a:pPr lvl="0"/>
            <a:r>
              <a:rPr b="1"/>
              <a:t>Hₐ (alternate):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Question</a:t>
            </a:r>
            <a:r>
              <a:rPr sz="2000"/>
              <a:t>: what is your question</a:t>
            </a:r>
          </a:p>
          <a:p>
            <a:pPr lvl="0"/>
            <a:r>
              <a:rPr sz="2000" b="1"/>
              <a:t>Precition</a:t>
            </a:r>
            <a:r>
              <a:rPr sz="2000"/>
              <a:t>: what do you think will happen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NOE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</a:p>
          <a:p>
            <a:pPr lvl="1"/>
            <a:r>
              <a:rPr/>
              <a:t>No — that tree could just happen to have short needles.</a:t>
            </a:r>
          </a:p>
          <a:p>
            <a:pPr lvl="1"/>
            <a:r>
              <a:rPr/>
              <a:t>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</a:p>
          <a:p>
            <a:pPr lvl="1"/>
            <a:r>
              <a:rPr/>
              <a:t>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variables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shady side </a:t>
            </a:r>
            <a:r>
              <a:rPr sz="2000" b="1"/>
              <a:t>and</a:t>
            </a:r>
            <a:r>
              <a:rPr sz="2000"/>
              <a:t> the sunny side of the same trees, using one agreed-on method — same height, same “mature needle” definition, same spot on the branch.</a:t>
            </a:r>
          </a:p>
          <a:p>
            <a:pPr lvl="0" indent="0" marL="1270000">
              <a:buNone/>
            </a:pPr>
            <a:r>
              <a:rPr sz="2000"/>
              <a:t>We are going to the field to collect pine needles - easy but yes… and then come back, decide how to measure, measure them, enter data in excel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 or variable names,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Wrangling Your Data,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</a:p>
          <a:p>
            <a:pPr lvl="1"/>
            <a:r>
              <a:rPr/>
              <a:t>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1"/>
            <a:r>
              <a:rPr/>
              <a:t>now set_wd to set the working directory!!! EVER!!!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</a:t>
            </a:r>
            <a:br/>
            <a:r>
              <a:rPr sz="2000"/>
              <a:t>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</a:t>
            </a:r>
            <a:br/>
            <a:r>
              <a:rPr sz="2000"/>
              <a:t>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Wrangling Your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(north/sheltered) or </a:t>
            </a:r>
            <a:r>
              <a:rPr sz="2000">
                <a:latin typeface="Courier"/>
              </a:rPr>
              <a:t>"s"</a:t>
            </a:r>
            <a:r>
              <a:rPr sz="2000"/>
              <a:t> (south/exposed)</a:t>
            </a:r>
          </a:p>
          <a:p>
            <a:pPr lvl="0"/>
            <a:r>
              <a:rPr sz="2000">
                <a:latin typeface="Courier"/>
              </a:rPr>
              <a:t>sun</a:t>
            </a:r>
            <a:r>
              <a:rPr sz="2000"/>
              <a:t> —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sun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sunny</a:t>
            </a:r>
            <a:r>
              <a:rPr sz="2000"/>
              <a:t>. Two columns encoding the same grouping. Useful redundancy, or something to simplify? We’ll revisit this in Wrangling Your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sun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Wrangling Your Data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2026-08-21T18:40:35Z</dcterms:created>
  <dcterms:modified xsi:type="dcterms:W3CDTF">2026-08-21T18:40:35Z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