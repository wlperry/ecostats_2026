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lecture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</p:txBody>
      </p:sp>
      <p:pic>
        <p:nvPicPr>
          <p:cNvPr descr="nmds_cluster_analysis_lecture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lecture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lecture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lecture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lecture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latin typeface="Courier"/>
              </a:rPr>
              <a:t>## Run 0 stress 0.07449349 
## Run 1 stress 0.1201175 
## Run 2 stress 0.1201749 
## Run 3 stress 0.1195174 
## Run 4 stress 0.1201175 
## Run 5 stress 0.1468615 
## Run 6 stress 0.1395204 
## Run 7 stress 0.09450578 
## Run 8 stress 0.07460885 
## ... Procrustes: rmse 0.02069815  max resid 0.09861179 
## Run 9 stress 0.1273318 
## Run 10 stress 0.1200159 
## Run 11 stress 0.1273318 
## Run 12 stress 0.07449349 
## ... Procrustes: rmse 4.373445e-06  max resid 1.595028e-05 
## ... Similar to previous best
## Run 13 stress 0.09450578 
## Run 14 stress 0.140665 
## Run 15 stress 0.07459993 
## ... Procrustes: rmse 0.02014078  max resid 0.09796964 
## Run 16 stress 0.1262615 
## Run 17 stress 0.07460885 
## ... Procrustes: rmse 0.02069823  max resid 0.09861196 
## Run 18 stress 0.09134568 
## Run 19 stress 0.07460885 
## ... Procrustes: rmse 0.02069807  max resid 0.09861147 
## Run 20 stress 0.07460885 
## ... Procrustes: rmse 0.02069863  max resid 0.09861444 
## *** Best solution repeated 1 times</a:t>
            </a:r>
          </a:p>
          <a:p>
            <a:pPr lvl="0" indent="0">
              <a:buNone/>
            </a:pPr>
            <a:r>
              <a:rPr>
                <a:latin typeface="Courier"/>
              </a:rPr>
              <a:t>## Final stress: 0.074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lecture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lecture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lecture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lecture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lecture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lecture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lecture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anosim(x = spe_matrix, grouping = doubs_env$reach, permutations = 999,      distance = "bray") 
## Dissimilarity: bray 
## 
## ANOSIM statistic R: 0.5082 
##       Significance: 0.001 
## 
## Permutation: free
## Number of permutations: 999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lecture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lecture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NMDS &amp; Cluster Analysis</dc:title>
  <dc:creator>Bill Perry</dc:creator>
  <cp:keywords/>
  <dc:description>NMDS ordination and cluster analysis.</dc:description>
  <dcterms:created xsi:type="dcterms:W3CDTF">2026-08-20T18:22:13Z</dcterms:created>
  <dcterms:modified xsi:type="dcterms:W3CDTF">2026-08-20T18:22:13Z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19</vt:lpwstr>
  </property>
  <property fmtid="{D5CDD505-2E9C-101B-9397-08002B2CF9AE}" pid="14" name="resources">
    <vt:lpwstr/>
  </property>
  <property fmtid="{D5CDD505-2E9C-101B-9397-08002B2CF9AE}" pid="15" name="subtitle">
    <vt:lpwstr>Community ordination</vt:lpwstr>
  </property>
  <property fmtid="{D5CDD505-2E9C-101B-9397-08002B2CF9AE}" pid="16" name="toc-title">
    <vt:lpwstr>Table of contents</vt:lpwstr>
  </property>
  <property fmtid="{D5CDD505-2E9C-101B-9397-08002B2CF9AE}" pid="17" name="week">
    <vt:lpwstr>11</vt:lpwstr>
  </property>
</Properties>
</file>