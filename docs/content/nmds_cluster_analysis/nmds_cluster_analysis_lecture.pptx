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NMDS &amp; Cluster Analysis</dc:title>
  <dc:creator>Bill Perry</dc:creator>
  <cp:keywords/>
  <dc:description>NMDS ordination and cluster analysis.</dc:description>
  <dcterms:created xsi:type="dcterms:W3CDTF">2026-08-19T20:15:35Z</dcterms:created>
  <dcterms:modified xsi:type="dcterms:W3CDTF">2026-08-19T20:15:35Z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11</vt:lpwstr>
  </property>
</Properties>
</file>