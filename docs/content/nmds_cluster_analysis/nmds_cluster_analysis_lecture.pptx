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NMDS &amp; Cluster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Community ordination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NMDS?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nmds_cluster_analysis_lecture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NMDS Algorithm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12 — The Analysis of Multivariate Data, covers ordination methods including NMDS.</a:t>
            </a:r>
          </a:p>
        </p:txBody>
      </p:sp>
      <p:pic>
        <p:nvPicPr>
          <p:cNvPr descr="nmds_cluster_analysis_lecture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nmds_cluster_analysis_lecture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Stress and Model Diagnostics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nmds_cluster_analysis_lecture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nmds_cluster_analysis_lecture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nmds_cluster_analysis_lecture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Running and Visualizing NMDS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 + Maximum tries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0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 stress 0.1201749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3 stress 0.1195174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4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5 stress 0.1468615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6 stress 0.1395204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7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8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0.02069815  max resid 0.09861179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9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10 stress 0.1200159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11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12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4.373445e-06  max resid 1.595028e-05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Similar to previous best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13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14 stress 0.140665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15 stress 0.07459993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0.02014078  max resid 0.09796964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16 stress 0.1262615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17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0.02069823  max resid 0.09861196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18 stress 0.09134568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19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0.02069807  max resid 0.09861147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20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0.02069863  max resid 0.09861444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Final stress: 0.074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nmds_cluster_analysis_lecture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nmds_cluster_analysis_lecture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PERMANOVA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nmds_cluster_analysis_lecture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nmds_cluster_analysis_lecture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nmds_cluster_analysis_lecture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nmds_cluster_analysis_lecture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ANOSIM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nmds_cluster_analysis_lecture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anosim(x = spe_matrix, grouping = doubs_env$reach, permutations = 999,      distance = "bray")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Dissimilarity: bray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 statistic R: 0.5082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Significance: 0.001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Permutation: free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permutations: 999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Comparing PERMANOVA and ANOSIM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nmds_cluster_analysis_lecture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Environmental Drivers and Wrap-Up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nmds_cluster_analysis_lecture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NMDS &amp; Cluster Analysis</dc:title>
  <dc:creator>Bill Perry</dc:creator>
  <cp:keywords/>
  <dc:description>Non-metric Multidimensional Scaling (NMDS), PERMANOVA, and ANOSIM for community ecology data — Bray-Curtis dissimilarity, stress and Shepard diagrams, testing group differences, dispersion diagnostics, and environmental drivers, using the classic Doubs River fish community dataset.</dc:description>
  <dcterms:created xsi:type="dcterms:W3CDTF">2026-08-25T18:56:05Z</dcterms:created>
  <dcterms:modified xsi:type="dcterms:W3CDTF">2026-08-25T18:56:05Z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19</vt:lpwstr>
  </property>
  <property fmtid="{D5CDD505-2E9C-101B-9397-08002B2CF9AE}" pid="14" name="resources">
    <vt:lpwstr/>
  </property>
  <property fmtid="{D5CDD505-2E9C-101B-9397-08002B2CF9AE}" pid="15" name="subtitle">
    <vt:lpwstr>Community ordination</vt:lpwstr>
  </property>
  <property fmtid="{D5CDD505-2E9C-101B-9397-08002B2CF9AE}" pid="16" name="toc-title">
    <vt:lpwstr>Table of contents</vt:lpwstr>
  </property>
  <property fmtid="{D5CDD505-2E9C-101B-9397-08002B2CF9AE}" pid="17" name="week">
    <vt:lpwstr>10</vt:lpwstr>
  </property>
</Properties>
</file>