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NMDS?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NMDS Algorithm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covers ordination methods including NMDS.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Stress and Model Diagnostics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and Visualizing NMDS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4.373445e-06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PERMANOVA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ANOSIM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PERMANOVA and ANOSIM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Environmental Drivers and 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NMDS &amp; Cluster Analysis</dc:title>
  <dc:creator>Bill Perry</dc:creator>
  <cp:keywords/>
  <dc:description>Non-metric Multidimensional Scaling (NMDS), PERMANOVA, and ANOSIM for community ecology data — Bray-Curtis dissimilarity, stress and Shepard diagrams, testing group differences, dispersion diagnostics, and environmental drivers, using the classic Doubs River fish community dataset.</dc:description>
  <dcterms:created xsi:type="dcterms:W3CDTF">2026-10-26T21:08:23Z</dcterms:created>
  <dcterms:modified xsi:type="dcterms:W3CDTF">2026-10-26T21:08:23Z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20</vt:lpwstr>
  </property>
  <property fmtid="{D5CDD505-2E9C-101B-9397-08002B2CF9AE}" pid="15" name="resources">
    <vt:lpwstr/>
  </property>
  <property fmtid="{D5CDD505-2E9C-101B-9397-08002B2CF9AE}" pid="16" name="subtitle">
    <vt:lpwstr>Community ordination</vt:lpwstr>
  </property>
  <property fmtid="{D5CDD505-2E9C-101B-9397-08002B2CF9AE}" pid="17" name="toc-title">
    <vt:lpwstr>Table of contents</vt:lpwstr>
  </property>
  <property fmtid="{D5CDD505-2E9C-101B-9397-08002B2CF9AE}" pid="18" name="week">
    <vt:lpwstr>15</vt:lpwstr>
  </property>
</Properties>
</file>