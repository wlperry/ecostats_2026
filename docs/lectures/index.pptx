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Ordering comes from the </a:t>
            </a:r>
            <a:r>
              <a:rPr>
                <a:latin typeface="Courier"/>
              </a:rPr>
              <a:t>order:</a:t>
            </a:r>
            <a:r>
              <a:rPr/>
              <a:t> field, which the </a:t>
            </a:r>
            <a:r>
              <a:rPr>
                <a:latin typeface="Courier"/>
              </a:rPr>
              <a:t>sync_order_from_folder_names.R</a:t>
            </a:r>
            <a:r>
              <a:rPr/>
              <a:t> pre-render hook fills in automatically from each folder’s </a:t>
            </a:r>
            <a:r>
              <a:rPr>
                <a:latin typeface="Courier"/>
              </a:rPr>
              <a:t>WW_MM_</a:t>
            </a:r>
            <a:r>
              <a:rPr/>
              <a:t> number prefix. To reorder or move a lecture to another week, just change the two leading numbers on its folder name — the frontmatter and this page update themselves on the next render.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2026-07-04T15:55:10Z</dcterms:created>
  <dcterms:modified xsi:type="dcterms:W3CDTF">2026-07-04T15:55:10Z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