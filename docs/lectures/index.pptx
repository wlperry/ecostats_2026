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lecture below pulls its title, topic, and description straight from the </a:t>
            </a:r>
            <a:r>
              <a:rPr>
                <a:latin typeface="Courier"/>
              </a:rPr>
              <a:t>.qmd</a:t>
            </a:r>
            <a:r>
              <a:rPr/>
              <a:t> file’s YAML frontmatter — nothing here is hand-typed. Ordering comes from the </a:t>
            </a:r>
            <a:r>
              <a:rPr>
                <a:latin typeface="Courier"/>
              </a:rPr>
              <a:t>order:</a:t>
            </a:r>
            <a:r>
              <a:rPr/>
              <a:t> field, which the </a:t>
            </a:r>
            <a:r>
              <a:rPr>
                <a:latin typeface="Courier"/>
              </a:rPr>
              <a:t>sync_order_from_folder_names.R</a:t>
            </a:r>
            <a:r>
              <a:rPr/>
              <a:t> pre-render hook fills in automatically from each folder’s </a:t>
            </a:r>
            <a:r>
              <a:rPr>
                <a:latin typeface="Courier"/>
              </a:rPr>
              <a:t>WW_MM_</a:t>
            </a:r>
            <a:r>
              <a:rPr/>
              <a:t> number prefix. To reorder or move a lecture to another week, just change the two leading numbers on its folder name — the frontmatter and this page update themselves on the next render.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Lectures</dc:title>
  <dc:creator>Bill Perry</dc:creator>
  <cp:keywords/>
  <dcterms:created xsi:type="dcterms:W3CDTF">2026-07-04T14:50:34Z</dcterms:created>
  <dcterms:modified xsi:type="dcterms:W3CDTF">2026-07-04T14:50:34Z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listing">
    <vt:lpwstr/>
  </property>
  <property fmtid="{D5CDD505-2E9C-101B-9397-08002B2CF9AE}" pid="11" name="page-layout">
    <vt:lpwstr>full</vt:lpwstr>
  </property>
  <property fmtid="{D5CDD505-2E9C-101B-9397-08002B2CF9AE}" pid="12" name="resources">
    <vt:lpwstr/>
  </property>
  <property fmtid="{D5CDD505-2E9C-101B-9397-08002B2CF9AE}" pid="13" name="title-block-banner">
    <vt:lpwstr>True</vt:lpwstr>
  </property>
  <property fmtid="{D5CDD505-2E9C-101B-9397-08002B2CF9AE}" pid="14" name="toc-title">
    <vt:lpwstr>Table of contents</vt:lpwstr>
  </property>
</Properties>
</file>