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858838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528835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14230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250303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2026-07-04T15:53:47Z</dcterms:created>
  <dcterms:modified xsi:type="dcterms:W3CDTF">2026-07-04T15:53:47Z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Supplement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