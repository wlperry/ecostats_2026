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03823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218347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3023857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461239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2026-07-04T15:43:20Z</dcterms:created>
  <dcterms:modified xsi:type="dcterms:W3CDTF">2026-07-04T15:43:20Z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Supplement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