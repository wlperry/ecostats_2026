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Descriptive Statistics &amp; Wrangling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Summaries and tidy data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descriptive_stats_wrangling_files/figure-pptx/l03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descriptive_stats_wrangling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descriptive_stats_wrangling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descriptive_stats_wrangling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descriptive_stats_wrangling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descriptive_stats_wrangling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descriptive_stats_wrangling_files/figure-pptx/l03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</p:txBody>
      </p:sp>
      <p:pic>
        <p:nvPicPr>
          <p:cNvPr descr="descriptive_stats_wrangling_files/figure-pptx/l03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pic>
        <p:nvPicPr>
          <p:cNvPr descr="descriptive_stats_wrangling_files/figure-pptx/l03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pic>
        <p:nvPicPr>
          <p:cNvPr descr="descriptive_stats_wrangling_files/figure-pptx/l03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pic>
        <p:nvPicPr>
          <p:cNvPr descr="descriptive_stats_wrangling_files/figure-pptx/l03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Descriptive Statistics &amp; Wrangling</dc:title>
  <dc:creator>Bill Perry</dc:creator>
  <cp:keywords/>
  <dc:description>Descriptive statistics and data wrangling with the tidyverse.</dc:description>
  <dcterms:created xsi:type="dcterms:W3CDTF">2026-07-04T14:48:41Z</dcterms:created>
  <dcterms:modified xsi:type="dcterms:W3CDTF">2026-07-04T14:48:41Z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3</vt:lpwstr>
  </property>
  <property fmtid="{D5CDD505-2E9C-101B-9397-08002B2CF9AE}" pid="12" name="resources">
    <vt:lpwstr/>
  </property>
  <property fmtid="{D5CDD505-2E9C-101B-9397-08002B2CF9AE}" pid="13" name="subtitle">
    <vt:lpwstr>Summaries and tidy data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