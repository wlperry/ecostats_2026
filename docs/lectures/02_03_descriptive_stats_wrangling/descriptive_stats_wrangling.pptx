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Descriptive Statistics &amp; Wrangling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Summaries and tidy data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descriptive_stats_wrangling_files/figure-pptx/l03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descriptive_stats_wrangling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descriptive_stats_wrangling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descriptive_stats_wrangling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descriptive_stats_wrangling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descriptive_stats_wrangling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descriptive_stats_wrangling_files/figure-pptx/l03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descriptive_stats_wrangling_files/figure-pptx/l03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descriptive_stats_wrangling_files/figure-pptx/l03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descriptive_stats_wrangling_files/figure-pptx/l03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descriptive_stats_wrangling_files/figure-pptx/l03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Descriptive Statistics &amp; Wrangling</dc:title>
  <dc:creator>Bill Perry</dc:creator>
  <cp:keywords/>
  <dc:description>Descriptive statistics and data wrangling with the tidyverse.</dc:description>
  <dcterms:created xsi:type="dcterms:W3CDTF">2026-07-04T15:42:53Z</dcterms:created>
  <dcterms:modified xsi:type="dcterms:W3CDTF">2026-07-04T15:42:53Z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Summaries and tidy data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