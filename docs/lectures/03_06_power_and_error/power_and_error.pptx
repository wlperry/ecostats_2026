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power_and_error_files/figure-pptx/l06-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power_and_error_files/figure-pptx/l06-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files/figure-pptx/l06-0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files/figure-pptx/l06-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Type I/II error, effect size, and statistical power.</dc:description>
  <dcterms:created xsi:type="dcterms:W3CDTF">2026-07-04T15:22:50Z</dcterms:created>
  <dcterms:modified xsi:type="dcterms:W3CDTF">2026-07-04T15:22:50Z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6</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3</vt:lpwstr>
  </property>
</Properties>
</file>