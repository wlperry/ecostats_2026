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vs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Relationships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correlation_linear_models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correlation_linear_models_files/figure-pptx/l09-0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rPr>
                                      <m:sty m:val="p"/>
                                    </m:rPr>
                                    <m:t>(</m:t>
                                  </m:r>
                                </m:e>
                              </m:nary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correlation_linear_models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correlation_linear_models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correlation_linear_models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correlation_linear_models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correlation_linear_models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correlation_linear_models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pic>
        <p:nvPicPr>
          <p:cNvPr descr="correlation_linear_models_files/figure-pptx/overview-plot-1q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r>
                          <m:rPr>
                            <m:sty m:val="p"/>
                          </m:rPr>
                          <m:t>(</m:t>
                        </m:r>
                      </m:e>
                    </m:nary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0.3222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correlation_linear_models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0.50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correlation_linear_models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correlation_linear_models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correlation_linear_models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correlation_linear_models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correlation_linear_models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Correlation vs Linear Models</dc:title>
  <dc:creator>Bill Perry</dc:creator>
  <cp:keywords/>
  <dc:description>Correlation and simple linear regression.</dc:description>
  <dcterms:created xsi:type="dcterms:W3CDTF">2026-07-04T15:23:35Z</dcterms:created>
  <dcterms:modified xsi:type="dcterms:W3CDTF">2026-07-04T15:23:35Z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9</vt:lpwstr>
  </property>
  <property fmtid="{D5CDD505-2E9C-101B-9397-08002B2CF9AE}" pid="12" name="resources">
    <vt:lpwstr/>
  </property>
  <property fmtid="{D5CDD505-2E9C-101B-9397-08002B2CF9AE}" pid="13" name="subtitle">
    <vt:lpwstr>Relationships</vt:lpwstr>
  </property>
  <property fmtid="{D5CDD505-2E9C-101B-9397-08002B2CF9AE}" pid="14" name="toc-title">
    <vt:lpwstr>Table of contents</vt:lpwstr>
  </property>
  <property fmtid="{D5CDD505-2E9C-101B-9397-08002B2CF9AE}" pid="15" name="week">
    <vt:lpwstr>5</vt:lpwstr>
  </property>
</Properties>
</file>