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Project Design &amp; Graphing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Projects and ggplot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4521192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project_design_graphing_files/figure-pptx/l02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project_design_graphing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project_design_graphing_files/figure-pptx/l02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project_design_graphing_files/figure-pptx/l02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project_design_graphing_files/figure-pptx/l02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Design &amp; Graphing Data</dc:title>
  <dc:creator>Bill Perry</dc:creator>
  <cp:keywords/>
  <dc:description>Organizing an analysis project and visualizing data with ggplot2.</dc:description>
  <dcterms:created xsi:type="dcterms:W3CDTF">2026-07-04T15:55:18Z</dcterms:created>
  <dcterms:modified xsi:type="dcterms:W3CDTF">2026-07-04T15:55:18Z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Projects and ggplot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