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intro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multivariate_statistics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multivariate_statistics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multivariate_statistics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multivariate_statistics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multivariate_statistics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multivariate_statistics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multivariate_statistics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multivariate_statistics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multivariate_statistics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multivariate_statistics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multivariate_statistics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multivariate_statistics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multivariate_statistics_files/figure-pptx/l16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files/figure-pptx/l16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multivariate_statistics_files/figure-pptx/l16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
## Model     1   32.602 0.10636 5.7128  0.002 **
## Residual 48  273.930 0.89364                 
## Total    49  306.532 1.00000                 
## ---
## Signif. codes:  0 '***' 0.001 '**' 0.01 '*' 0.05 '.' 0.1 ' ' 1
## 
## $TJH_vs_LEH
##          Df SumOfSqs      R2      F Pr(&gt;F)   
## Model     1    47.72 0.10517 5.6414  0.004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0.016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0.090 0.006 -    
## TJH 0.006 0.006 0.030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Multivariate Statistics</dc:title>
  <dc:creator>Bill Perry</dc:creator>
  <cp:keywords/>
  <dc:description>Introduction to multivariate analysis of ecological data.</dc:description>
  <dcterms:created xsi:type="dcterms:W3CDTF">2026-07-04T15:24:00Z</dcterms:created>
  <dcterms:modified xsi:type="dcterms:W3CDTF">2026-07-04T15:24:00Z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16</vt:lpwstr>
  </property>
  <property fmtid="{D5CDD505-2E9C-101B-9397-08002B2CF9AE}" pid="14" name="resources">
    <vt:lpwstr/>
  </property>
  <property fmtid="{D5CDD505-2E9C-101B-9397-08002B2CF9AE}" pid="15" name="subtitle">
    <vt:lpwstr>Multivariate intro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