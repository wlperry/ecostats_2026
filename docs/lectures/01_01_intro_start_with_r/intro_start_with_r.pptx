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— Start with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— Start with R</dc:title>
  <dc:creator>Bill Perry</dc:creator>
  <cp:keywords/>
  <dc:description>Course introduction and first steps using R and RStudio for statistics.</dc:description>
  <dcterms:created xsi:type="dcterms:W3CDTF">2026-07-04T15:55:09Z</dcterms:created>
  <dcterms:modified xsi:type="dcterms:W3CDTF">2026-07-04T15:55:09Z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Getting started in R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