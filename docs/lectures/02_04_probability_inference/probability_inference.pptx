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252.7 mm</a:t>
                </a:r>
              </a:p>
              <a:p>
                <a:pPr lvl="0" indent="0">
                  <a:buNone/>
                </a:pPr>
                <a:r>
                  <a:rPr sz="2000">
                    <a:latin typeface="Courier"/>
                  </a:rPr>
                  <a:t>Standard deviation: 34.86 mm</a:t>
                </a:r>
              </a:p>
              <a:p>
                <a:pPr lvl="0" indent="0">
                  <a:buNone/>
                </a:pPr>
                <a:r>
                  <a:rPr sz="2000">
                    <a:latin typeface="Courier"/>
                  </a:rPr>
                  <a:t>Standard error: 11.03 mm</a:t>
                </a:r>
              </a:p>
              <a:p>
                <a:pPr lvl="0" indent="0">
                  <a:buNone/>
                </a:pPr>
                <a:r>
                  <a:rPr sz="2000">
                    <a:latin typeface="Courier"/>
                  </a:rPr>
                  <a:t>95% CI using z: 231.1 to 274.3 mm</a:t>
                </a:r>
              </a:p>
              <a:p>
                <a:pPr lvl="0" indent="0">
                  <a:buNone/>
                </a:pPr>
                <a:r>
                  <a:rPr sz="2000">
                    <a:latin typeface="Courier"/>
                  </a:rPr>
                  <a:t>95% CI using t: 227.8 to 277.6 mm</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2026-07-04T15:55:57Z</dcterms:created>
  <dcterms:modified xsi:type="dcterms:W3CDTF">2026-07-04T15:55:57Z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4</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2</vt:lpwstr>
  </property>
</Properties>
</file>